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09" r:id="rId2"/>
    <p:sldId id="330" r:id="rId3"/>
    <p:sldId id="331" r:id="rId4"/>
    <p:sldId id="329" r:id="rId5"/>
    <p:sldId id="332" r:id="rId6"/>
    <p:sldId id="333" r:id="rId7"/>
    <p:sldId id="334" r:id="rId8"/>
    <p:sldId id="336" r:id="rId9"/>
    <p:sldId id="335" r:id="rId10"/>
    <p:sldId id="337" r:id="rId11"/>
    <p:sldId id="338" r:id="rId12"/>
    <p:sldId id="339" r:id="rId13"/>
    <p:sldId id="281" r:id="rId14"/>
    <p:sldId id="323" r:id="rId15"/>
    <p:sldId id="324" r:id="rId16"/>
    <p:sldId id="341" r:id="rId17"/>
    <p:sldId id="342" r:id="rId18"/>
    <p:sldId id="343" r:id="rId19"/>
    <p:sldId id="344" r:id="rId20"/>
    <p:sldId id="345" r:id="rId21"/>
    <p:sldId id="328" r:id="rId22"/>
    <p:sldId id="34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邓 琮弋" initials="邓" lastIdx="1" clrIdx="0">
    <p:extLst>
      <p:ext uri="{19B8F6BF-5375-455C-9EA6-DF929625EA0E}">
        <p15:presenceInfo xmlns:p15="http://schemas.microsoft.com/office/powerpoint/2012/main" userId="b8725204f13f932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6243"/>
    <a:srgbClr val="963A89"/>
    <a:srgbClr val="BA7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1" autoAdjust="0"/>
    <p:restoredTop sz="86626" autoAdjust="0"/>
  </p:normalViewPr>
  <p:slideViewPr>
    <p:cSldViewPr snapToGrid="0">
      <p:cViewPr varScale="1">
        <p:scale>
          <a:sx n="98" d="100"/>
          <a:sy n="98" d="100"/>
        </p:scale>
        <p:origin x="816" y="-12"/>
      </p:cViewPr>
      <p:guideLst>
        <p:guide pos="415"/>
        <p:guide pos="7265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D346C-DBD4-4BA1-8637-CDB6350037E0}" type="datetimeFigureOut">
              <a:rPr lang="zh-CN" altLang="en-US" smtClean="0"/>
              <a:t>2024/10/17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574009-AEDF-4DF7-A8D4-9E989DC05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452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266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491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141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289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688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7620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153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307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8807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111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574009-AEDF-4DF7-A8D4-9E989DC056F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967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B303E-9509-43EB-82BC-E8081B9B319F}" type="datetime2">
              <a:rPr lang="zh-CN" altLang="en-US" smtClean="0"/>
              <a:t>2024年10月17日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DEAE36E-49CE-4FD2-A89B-93B59BB486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-2644281" y="-127000"/>
            <a:ext cx="6863362" cy="6858000"/>
          </a:xfrm>
          <a:custGeom>
            <a:avLst/>
            <a:gdLst>
              <a:gd name="connsiteX0" fmla="*/ 0 w 6863362"/>
              <a:gd name="connsiteY0" fmla="*/ 0 h 6858000"/>
              <a:gd name="connsiteX1" fmla="*/ 6863362 w 6863362"/>
              <a:gd name="connsiteY1" fmla="*/ 0 h 6858000"/>
              <a:gd name="connsiteX2" fmla="*/ 6863362 w 6863362"/>
              <a:gd name="connsiteY2" fmla="*/ 6858000 h 6858000"/>
              <a:gd name="connsiteX3" fmla="*/ 2644281 w 6863362"/>
              <a:gd name="connsiteY3" fmla="*/ 6858000 h 6858000"/>
              <a:gd name="connsiteX4" fmla="*/ 2644281 w 6863362"/>
              <a:gd name="connsiteY4" fmla="*/ 127000 h 6858000"/>
              <a:gd name="connsiteX5" fmla="*/ 0 w 6863362"/>
              <a:gd name="connsiteY5" fmla="*/ 127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63362" h="6858000">
                <a:moveTo>
                  <a:pt x="0" y="0"/>
                </a:moveTo>
                <a:lnTo>
                  <a:pt x="6863362" y="0"/>
                </a:lnTo>
                <a:lnTo>
                  <a:pt x="6863362" y="6858000"/>
                </a:lnTo>
                <a:lnTo>
                  <a:pt x="2644281" y="6858000"/>
                </a:lnTo>
                <a:lnTo>
                  <a:pt x="2644281" y="127000"/>
                </a:lnTo>
                <a:lnTo>
                  <a:pt x="0" y="127000"/>
                </a:lnTo>
                <a:close/>
              </a:path>
            </a:pathLst>
          </a:custGeom>
        </p:spPr>
      </p:pic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7B6B2510-D192-43DB-B7BF-5EFDD13C83C8}"/>
              </a:ext>
            </a:extLst>
          </p:cNvPr>
          <p:cNvSpPr/>
          <p:nvPr userDrawn="1"/>
        </p:nvSpPr>
        <p:spPr>
          <a:xfrm>
            <a:off x="0" y="0"/>
            <a:ext cx="4203700" cy="6858000"/>
          </a:xfrm>
          <a:custGeom>
            <a:avLst/>
            <a:gdLst>
              <a:gd name="connsiteX0" fmla="*/ 0 w 4255840"/>
              <a:gd name="connsiteY0" fmla="*/ 0 h 6858000"/>
              <a:gd name="connsiteX1" fmla="*/ 4255840 w 4255840"/>
              <a:gd name="connsiteY1" fmla="*/ 0 h 6858000"/>
              <a:gd name="connsiteX2" fmla="*/ 4255840 w 4255840"/>
              <a:gd name="connsiteY2" fmla="*/ 6858000 h 6858000"/>
              <a:gd name="connsiteX3" fmla="*/ 0 w 42558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5840" h="6858000">
                <a:moveTo>
                  <a:pt x="0" y="0"/>
                </a:moveTo>
                <a:lnTo>
                  <a:pt x="4255840" y="0"/>
                </a:lnTo>
                <a:lnTo>
                  <a:pt x="425584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76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FAB3CE2-7F36-4AC9-AB49-E9C74065D5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16120" r="9557"/>
          <a:stretch>
            <a:fillRect/>
          </a:stretch>
        </p:blipFill>
        <p:spPr>
          <a:xfrm>
            <a:off x="0" y="2051499"/>
            <a:ext cx="12192000" cy="4304851"/>
          </a:xfrm>
          <a:custGeom>
            <a:avLst/>
            <a:gdLst>
              <a:gd name="connsiteX0" fmla="*/ 0 w 12192000"/>
              <a:gd name="connsiteY0" fmla="*/ 0 h 4304851"/>
              <a:gd name="connsiteX1" fmla="*/ 12192000 w 12192000"/>
              <a:gd name="connsiteY1" fmla="*/ 0 h 4304851"/>
              <a:gd name="connsiteX2" fmla="*/ 12192000 w 12192000"/>
              <a:gd name="connsiteY2" fmla="*/ 4304851 h 4304851"/>
              <a:gd name="connsiteX3" fmla="*/ 0 w 12192000"/>
              <a:gd name="connsiteY3" fmla="*/ 4304851 h 43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04851">
                <a:moveTo>
                  <a:pt x="0" y="0"/>
                </a:moveTo>
                <a:lnTo>
                  <a:pt x="12192000" y="0"/>
                </a:lnTo>
                <a:lnTo>
                  <a:pt x="12192000" y="4304851"/>
                </a:lnTo>
                <a:lnTo>
                  <a:pt x="0" y="430485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4CF50560-2190-4576-A880-46A71332D9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F691610-7496-4691-8DA4-2BF5C662F2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E72F19DE-C933-4780-A9D5-5E3A9F568DDF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1E3773-541B-45DF-AAE2-F3E8FFBA5ACD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</p:spTree>
    <p:extLst>
      <p:ext uri="{BB962C8B-B14F-4D97-AF65-F5344CB8AC3E}">
        <p14:creationId xmlns:p14="http://schemas.microsoft.com/office/powerpoint/2010/main" val="377377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0B164-2FFE-4AE3-99C1-50E603FC7A8B}" type="datetime2">
              <a:rPr lang="zh-CN" altLang="en-US" smtClean="0"/>
              <a:t>2024年10月17日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A866AF-CBFF-4C86-BA67-F57674E8EA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987AFC30-0CB1-4131-8AD1-611EA0244966}"/>
              </a:ext>
            </a:extLst>
          </p:cNvPr>
          <p:cNvSpPr/>
          <p:nvPr userDrawn="1"/>
        </p:nvSpPr>
        <p:spPr>
          <a:xfrm>
            <a:off x="0" y="1949450"/>
            <a:ext cx="12192000" cy="2959100"/>
          </a:xfrm>
          <a:custGeom>
            <a:avLst/>
            <a:gdLst>
              <a:gd name="connsiteX0" fmla="*/ 11512367 w 12192000"/>
              <a:gd name="connsiteY0" fmla="*/ 0 h 2959100"/>
              <a:gd name="connsiteX1" fmla="*/ 12192000 w 12192000"/>
              <a:gd name="connsiteY1" fmla="*/ 0 h 2959100"/>
              <a:gd name="connsiteX2" fmla="*/ 12192000 w 12192000"/>
              <a:gd name="connsiteY2" fmla="*/ 2959100 h 2959100"/>
              <a:gd name="connsiteX3" fmla="*/ 10694916 w 12192000"/>
              <a:gd name="connsiteY3" fmla="*/ 2959100 h 2959100"/>
              <a:gd name="connsiteX4" fmla="*/ 0 w 12192000"/>
              <a:gd name="connsiteY4" fmla="*/ 0 h 2959100"/>
              <a:gd name="connsiteX5" fmla="*/ 4632159 w 12192000"/>
              <a:gd name="connsiteY5" fmla="*/ 0 h 2959100"/>
              <a:gd name="connsiteX6" fmla="*/ 3814707 w 12192000"/>
              <a:gd name="connsiteY6" fmla="*/ 2959100 h 2959100"/>
              <a:gd name="connsiteX7" fmla="*/ 0 w 12192000"/>
              <a:gd name="connsiteY7" fmla="*/ 2959100 h 295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959100">
                <a:moveTo>
                  <a:pt x="11512367" y="0"/>
                </a:moveTo>
                <a:lnTo>
                  <a:pt x="12192000" y="0"/>
                </a:lnTo>
                <a:lnTo>
                  <a:pt x="12192000" y="2959100"/>
                </a:lnTo>
                <a:lnTo>
                  <a:pt x="10694916" y="2959100"/>
                </a:lnTo>
                <a:close/>
                <a:moveTo>
                  <a:pt x="0" y="0"/>
                </a:moveTo>
                <a:lnTo>
                  <a:pt x="4632159" y="0"/>
                </a:lnTo>
                <a:lnTo>
                  <a:pt x="3814707" y="2959100"/>
                </a:lnTo>
                <a:lnTo>
                  <a:pt x="0" y="2959100"/>
                </a:lnTo>
                <a:close/>
              </a:path>
            </a:pathLst>
          </a:custGeom>
          <a:solidFill>
            <a:schemeClr val="accent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C7761ED-316B-4AE1-A021-254B2F5CD0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78" y="2335819"/>
            <a:ext cx="2186361" cy="218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EED8D39C-821D-47EE-BD55-1FE1782760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1EF8460B-605A-4CA8-947B-343AFD9F23B6}"/>
              </a:ext>
            </a:extLst>
          </p:cNvPr>
          <p:cNvSpPr/>
          <p:nvPr userDrawn="1"/>
        </p:nvSpPr>
        <p:spPr>
          <a:xfrm>
            <a:off x="0" y="2514600"/>
            <a:ext cx="12192000" cy="1905000"/>
          </a:xfrm>
          <a:prstGeom prst="rightArrow">
            <a:avLst/>
          </a:prstGeom>
          <a:gradFill>
            <a:gsLst>
              <a:gs pos="1000">
                <a:schemeClr val="bg1">
                  <a:alpha val="59000"/>
                </a:schemeClr>
              </a:gs>
              <a:gs pos="100000">
                <a:schemeClr val="accent1">
                  <a:alpha val="44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55100BB-0432-4179-A29E-EEB5A4B8787C}"/>
              </a:ext>
            </a:extLst>
          </p:cNvPr>
          <p:cNvGrpSpPr/>
          <p:nvPr userDrawn="1"/>
        </p:nvGrpSpPr>
        <p:grpSpPr>
          <a:xfrm>
            <a:off x="1295400" y="1524000"/>
            <a:ext cx="2819400" cy="4114800"/>
            <a:chOff x="1282700" y="1536700"/>
            <a:chExt cx="3429000" cy="4305300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9800CBB8-382E-4297-8D6A-9F3DBC1FE2DA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12C5CEF0-4329-452D-A297-35B9DC34B894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85E49BFA-A960-4E35-903B-1897E749948E}"/>
              </a:ext>
            </a:extLst>
          </p:cNvPr>
          <p:cNvGrpSpPr/>
          <p:nvPr userDrawn="1"/>
        </p:nvGrpSpPr>
        <p:grpSpPr>
          <a:xfrm>
            <a:off x="4699000" y="1524000"/>
            <a:ext cx="2819400" cy="4114800"/>
            <a:chOff x="1282700" y="1536700"/>
            <a:chExt cx="3429000" cy="4305300"/>
          </a:xfrm>
        </p:grpSpPr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DFB85FE9-2C21-472B-AAAA-BF22B9BF222D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C3D38E28-B9F5-47DD-AF00-F89CD4302A0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865C5B11-A62F-4D79-B635-6FBB96A4AEC9}"/>
              </a:ext>
            </a:extLst>
          </p:cNvPr>
          <p:cNvGrpSpPr/>
          <p:nvPr userDrawn="1"/>
        </p:nvGrpSpPr>
        <p:grpSpPr>
          <a:xfrm>
            <a:off x="8102600" y="1524000"/>
            <a:ext cx="2819400" cy="4114800"/>
            <a:chOff x="1282700" y="1536700"/>
            <a:chExt cx="3429000" cy="4305300"/>
          </a:xfrm>
        </p:grpSpPr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50AED6A3-0F83-4155-9EE2-13D2E46D5AFB}"/>
                </a:ext>
              </a:extLst>
            </p:cNvPr>
            <p:cNvSpPr/>
            <p:nvPr/>
          </p:nvSpPr>
          <p:spPr>
            <a:xfrm>
              <a:off x="1282700" y="1536700"/>
              <a:ext cx="3429000" cy="4305300"/>
            </a:xfrm>
            <a:custGeom>
              <a:avLst/>
              <a:gdLst>
                <a:gd name="connsiteX0" fmla="*/ 0 w 3429000"/>
                <a:gd name="connsiteY0" fmla="*/ 0 h 4305300"/>
                <a:gd name="connsiteX1" fmla="*/ 3429000 w 3429000"/>
                <a:gd name="connsiteY1" fmla="*/ 0 h 4305300"/>
                <a:gd name="connsiteX2" fmla="*/ 3429000 w 3429000"/>
                <a:gd name="connsiteY2" fmla="*/ 3459230 h 4305300"/>
                <a:gd name="connsiteX3" fmla="*/ 2675820 w 3429000"/>
                <a:gd name="connsiteY3" fmla="*/ 4305300 h 4305300"/>
                <a:gd name="connsiteX4" fmla="*/ 0 w 3429000"/>
                <a:gd name="connsiteY4" fmla="*/ 4305300 h 4305300"/>
                <a:gd name="connsiteX5" fmla="*/ 0 w 3429000"/>
                <a:gd name="connsiteY5" fmla="*/ 0 h 430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9000" h="4305300">
                  <a:moveTo>
                    <a:pt x="0" y="0"/>
                  </a:moveTo>
                  <a:lnTo>
                    <a:pt x="3429000" y="0"/>
                  </a:lnTo>
                  <a:lnTo>
                    <a:pt x="3429000" y="3459230"/>
                  </a:lnTo>
                  <a:lnTo>
                    <a:pt x="2675820" y="4305300"/>
                  </a:lnTo>
                  <a:lnTo>
                    <a:pt x="0" y="430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63A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2A9DCE57-A921-4984-AFA7-DBDDCDCE61E6}"/>
                </a:ext>
              </a:extLst>
            </p:cNvPr>
            <p:cNvSpPr/>
            <p:nvPr/>
          </p:nvSpPr>
          <p:spPr>
            <a:xfrm rot="10800000">
              <a:off x="3958520" y="4995930"/>
              <a:ext cx="753180" cy="846070"/>
            </a:xfrm>
            <a:custGeom>
              <a:avLst/>
              <a:gdLst>
                <a:gd name="connsiteX0" fmla="*/ 753180 w 753180"/>
                <a:gd name="connsiteY0" fmla="*/ 0 h 846070"/>
                <a:gd name="connsiteX1" fmla="*/ 753180 w 753180"/>
                <a:gd name="connsiteY1" fmla="*/ 846070 h 846070"/>
                <a:gd name="connsiteX2" fmla="*/ 0 w 753180"/>
                <a:gd name="connsiteY2" fmla="*/ 846070 h 846070"/>
                <a:gd name="connsiteX3" fmla="*/ 753180 w 753180"/>
                <a:gd name="connsiteY3" fmla="*/ 0 h 8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3180" h="846070">
                  <a:moveTo>
                    <a:pt x="753180" y="0"/>
                  </a:moveTo>
                  <a:lnTo>
                    <a:pt x="753180" y="846070"/>
                  </a:lnTo>
                  <a:lnTo>
                    <a:pt x="0" y="846070"/>
                  </a:lnTo>
                  <a:lnTo>
                    <a:pt x="753180" y="0"/>
                  </a:lnTo>
                  <a:close/>
                </a:path>
              </a:pathLst>
            </a:custGeom>
            <a:gradFill>
              <a:gsLst>
                <a:gs pos="23000">
                  <a:schemeClr val="accent1">
                    <a:alpha val="90000"/>
                  </a:schemeClr>
                </a:gs>
                <a:gs pos="69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图片占位符 29">
            <a:extLst>
              <a:ext uri="{FF2B5EF4-FFF2-40B4-BE49-F238E27FC236}">
                <a16:creationId xmlns:a16="http://schemas.microsoft.com/office/drawing/2014/main" id="{A8BD827C-BE4B-4E1A-88E5-F73C351928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12900" y="2641600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1" name="图片占位符 29">
            <a:extLst>
              <a:ext uri="{FF2B5EF4-FFF2-40B4-BE49-F238E27FC236}">
                <a16:creationId xmlns:a16="http://schemas.microsoft.com/office/drawing/2014/main" id="{A9B9B316-9FF5-4EB7-992D-492851A87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43862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2" name="图片占位符 29">
            <a:extLst>
              <a:ext uri="{FF2B5EF4-FFF2-40B4-BE49-F238E27FC236}">
                <a16:creationId xmlns:a16="http://schemas.microsoft.com/office/drawing/2014/main" id="{403969BD-68AD-4CFC-B767-A6888CAEFA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427959" y="2666547"/>
            <a:ext cx="2184400" cy="192405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E306EE0-12D4-47EF-B90C-0A0A11721E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5" name="图片占位符 14">
            <a:extLst>
              <a:ext uri="{FF2B5EF4-FFF2-40B4-BE49-F238E27FC236}">
                <a16:creationId xmlns:a16="http://schemas.microsoft.com/office/drawing/2014/main" id="{04C5E518-740F-4A9C-AFD4-3655088CC4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58492" y="1542215"/>
            <a:ext cx="3961348" cy="4373767"/>
          </a:xfrm>
          <a:custGeom>
            <a:avLst/>
            <a:gdLst>
              <a:gd name="connsiteX0" fmla="*/ 639544 w 3961348"/>
              <a:gd name="connsiteY0" fmla="*/ 130 h 4373767"/>
              <a:gd name="connsiteX1" fmla="*/ 975085 w 3961348"/>
              <a:gd name="connsiteY1" fmla="*/ 87187 h 4373767"/>
              <a:gd name="connsiteX2" fmla="*/ 3634977 w 3961348"/>
              <a:gd name="connsiteY2" fmla="*/ 1621488 h 4373767"/>
              <a:gd name="connsiteX3" fmla="*/ 3637187 w 3961348"/>
              <a:gd name="connsiteY3" fmla="*/ 2748680 h 4373767"/>
              <a:gd name="connsiteX4" fmla="*/ 988209 w 3961348"/>
              <a:gd name="connsiteY4" fmla="*/ 4285044 h 4373767"/>
              <a:gd name="connsiteX5" fmla="*/ 10915 w 3961348"/>
              <a:gd name="connsiteY5" fmla="*/ 3723385 h 4373767"/>
              <a:gd name="connsiteX6" fmla="*/ 1 w 3961348"/>
              <a:gd name="connsiteY6" fmla="*/ 652720 h 4373767"/>
              <a:gd name="connsiteX7" fmla="*/ 639544 w 3961348"/>
              <a:gd name="connsiteY7" fmla="*/ 130 h 437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61348" h="4373767">
                <a:moveTo>
                  <a:pt x="639544" y="130"/>
                </a:moveTo>
                <a:cubicBezTo>
                  <a:pt x="751351" y="-2124"/>
                  <a:pt x="866584" y="24931"/>
                  <a:pt x="975085" y="87187"/>
                </a:cubicBezTo>
                <a:cubicBezTo>
                  <a:pt x="975085" y="87187"/>
                  <a:pt x="975085" y="87187"/>
                  <a:pt x="3634977" y="1621488"/>
                </a:cubicBezTo>
                <a:cubicBezTo>
                  <a:pt x="4068980" y="1870511"/>
                  <a:pt x="4070558" y="2497332"/>
                  <a:pt x="3637187" y="2748680"/>
                </a:cubicBezTo>
                <a:cubicBezTo>
                  <a:pt x="3637187" y="2748680"/>
                  <a:pt x="3637187" y="2748680"/>
                  <a:pt x="988209" y="4285044"/>
                </a:cubicBezTo>
                <a:cubicBezTo>
                  <a:pt x="554839" y="4536392"/>
                  <a:pt x="11547" y="4223756"/>
                  <a:pt x="10915" y="3723385"/>
                </a:cubicBezTo>
                <a:cubicBezTo>
                  <a:pt x="10915" y="3723385"/>
                  <a:pt x="10915" y="3723385"/>
                  <a:pt x="1" y="652720"/>
                </a:cubicBezTo>
                <a:cubicBezTo>
                  <a:pt x="-473" y="277442"/>
                  <a:pt x="304122" y="6893"/>
                  <a:pt x="639544" y="13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21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2C55F21E-5046-4A19-9519-EDF76DD994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2" name="图片占位符 11">
            <a:extLst>
              <a:ext uri="{FF2B5EF4-FFF2-40B4-BE49-F238E27FC236}">
                <a16:creationId xmlns:a16="http://schemas.microsoft.com/office/drawing/2014/main" id="{4965D6D8-71F1-40FF-BAE1-CAB1438E35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85417601-2881-4637-B17F-CF0977894B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26200" y="1495641"/>
            <a:ext cx="3771900" cy="4343400"/>
          </a:xfrm>
          <a:custGeom>
            <a:avLst/>
            <a:gdLst>
              <a:gd name="connsiteX0" fmla="*/ 942975 w 3771900"/>
              <a:gd name="connsiteY0" fmla="*/ 0 h 4343400"/>
              <a:gd name="connsiteX1" fmla="*/ 3771900 w 3771900"/>
              <a:gd name="connsiteY1" fmla="*/ 0 h 4343400"/>
              <a:gd name="connsiteX2" fmla="*/ 2828925 w 3771900"/>
              <a:gd name="connsiteY2" fmla="*/ 4343400 h 4343400"/>
              <a:gd name="connsiteX3" fmla="*/ 0 w 3771900"/>
              <a:gd name="connsiteY3" fmla="*/ 434340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71900" h="4343400">
                <a:moveTo>
                  <a:pt x="942975" y="0"/>
                </a:moveTo>
                <a:lnTo>
                  <a:pt x="3771900" y="0"/>
                </a:lnTo>
                <a:lnTo>
                  <a:pt x="2828925" y="4343400"/>
                </a:lnTo>
                <a:lnTo>
                  <a:pt x="0" y="4343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99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AF22D12-7BD8-4802-B35A-AC6A517FA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34717B2-31B8-4E92-BDC1-85A8064411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3040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图片占位符 2">
            <a:extLst>
              <a:ext uri="{FF2B5EF4-FFF2-40B4-BE49-F238E27FC236}">
                <a16:creationId xmlns:a16="http://schemas.microsoft.com/office/drawing/2014/main" id="{1C0B404B-7FE1-4A2E-BAA6-98454F02B4C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54186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7" name="图片占位符 2">
            <a:extLst>
              <a:ext uri="{FF2B5EF4-FFF2-40B4-BE49-F238E27FC236}">
                <a16:creationId xmlns:a16="http://schemas.microsoft.com/office/drawing/2014/main" id="{047E7C01-3DCE-455E-BD4E-D920D2FEB5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5333" y="1445435"/>
            <a:ext cx="2163775" cy="2396907"/>
          </a:xfrm>
          <a:ln w="38100" cap="flat" cmpd="sng" algn="ctr">
            <a:solidFill>
              <a:srgbClr val="963A8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图片占位符 2">
            <a:extLst>
              <a:ext uri="{FF2B5EF4-FFF2-40B4-BE49-F238E27FC236}">
                <a16:creationId xmlns:a16="http://schemas.microsoft.com/office/drawing/2014/main" id="{6F7AD09C-1494-45C9-922C-30BCBEFF91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6479" y="1445435"/>
            <a:ext cx="2163775" cy="2396907"/>
          </a:xfrm>
          <a:ln w="38100">
            <a:solidFill>
              <a:srgbClr val="963A89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6454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69044961-BE02-43FC-A441-D6C0F8F369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946150" y="1315711"/>
            <a:ext cx="4819650" cy="4703259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13230" y="1519576"/>
            <a:ext cx="4352570" cy="4295531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63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17">
            <a:extLst>
              <a:ext uri="{FF2B5EF4-FFF2-40B4-BE49-F238E27FC236}">
                <a16:creationId xmlns:a16="http://schemas.microsoft.com/office/drawing/2014/main" id="{785AFE29-EA95-4251-A3A9-674E8205AA9F}"/>
              </a:ext>
            </a:extLst>
          </p:cNvPr>
          <p:cNvSpPr/>
          <p:nvPr userDrawn="1"/>
        </p:nvSpPr>
        <p:spPr bwMode="auto">
          <a:xfrm>
            <a:off x="3216200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5" name="Freeform 17">
            <a:extLst>
              <a:ext uri="{FF2B5EF4-FFF2-40B4-BE49-F238E27FC236}">
                <a16:creationId xmlns:a16="http://schemas.microsoft.com/office/drawing/2014/main" id="{B59C19AF-9414-469B-9133-A614C2493A5C}"/>
              </a:ext>
            </a:extLst>
          </p:cNvPr>
          <p:cNvSpPr/>
          <p:nvPr userDrawn="1"/>
        </p:nvSpPr>
        <p:spPr bwMode="auto">
          <a:xfrm>
            <a:off x="6378832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805E5244-F9CA-44E2-9488-5C3885FF803F}"/>
              </a:ext>
            </a:extLst>
          </p:cNvPr>
          <p:cNvSpPr/>
          <p:nvPr userDrawn="1"/>
        </p:nvSpPr>
        <p:spPr bwMode="auto">
          <a:xfrm>
            <a:off x="9541465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A2849A6-E3DE-466E-8203-308FA2624B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sp>
        <p:nvSpPr>
          <p:cNvPr id="14" name="Freeform 17">
            <a:extLst>
              <a:ext uri="{FF2B5EF4-FFF2-40B4-BE49-F238E27FC236}">
                <a16:creationId xmlns:a16="http://schemas.microsoft.com/office/drawing/2014/main" id="{52559BC3-F9A4-4544-8899-8AA9CE393D38}"/>
              </a:ext>
            </a:extLst>
          </p:cNvPr>
          <p:cNvSpPr/>
          <p:nvPr userDrawn="1"/>
        </p:nvSpPr>
        <p:spPr bwMode="auto">
          <a:xfrm>
            <a:off x="53568" y="1717642"/>
            <a:ext cx="2644168" cy="2580313"/>
          </a:xfrm>
          <a:custGeom>
            <a:avLst/>
            <a:gdLst>
              <a:gd name="T0" fmla="*/ 701 w 1716"/>
              <a:gd name="T1" fmla="*/ 48 h 1673"/>
              <a:gd name="T2" fmla="*/ 316 w 1716"/>
              <a:gd name="T3" fmla="*/ 234 h 1673"/>
              <a:gd name="T4" fmla="*/ 120 w 1716"/>
              <a:gd name="T5" fmla="*/ 479 h 1673"/>
              <a:gd name="T6" fmla="*/ 25 w 1716"/>
              <a:gd name="T7" fmla="*/ 896 h 1673"/>
              <a:gd name="T8" fmla="*/ 95 w 1716"/>
              <a:gd name="T9" fmla="*/ 1202 h 1673"/>
              <a:gd name="T10" fmla="*/ 361 w 1716"/>
              <a:gd name="T11" fmla="*/ 1537 h 1673"/>
              <a:gd name="T12" fmla="*/ 644 w 1716"/>
              <a:gd name="T13" fmla="*/ 1673 h 1673"/>
              <a:gd name="T14" fmla="*/ 1072 w 1716"/>
              <a:gd name="T15" fmla="*/ 1673 h 1673"/>
              <a:gd name="T16" fmla="*/ 1355 w 1716"/>
              <a:gd name="T17" fmla="*/ 1537 h 1673"/>
              <a:gd name="T18" fmla="*/ 1621 w 1716"/>
              <a:gd name="T19" fmla="*/ 1202 h 1673"/>
              <a:gd name="T20" fmla="*/ 1691 w 1716"/>
              <a:gd name="T21" fmla="*/ 896 h 1673"/>
              <a:gd name="T22" fmla="*/ 1596 w 1716"/>
              <a:gd name="T23" fmla="*/ 479 h 1673"/>
              <a:gd name="T24" fmla="*/ 1400 w 1716"/>
              <a:gd name="T25" fmla="*/ 234 h 1673"/>
              <a:gd name="T26" fmla="*/ 1015 w 1716"/>
              <a:gd name="T27" fmla="*/ 48 h 1673"/>
              <a:gd name="T28" fmla="*/ 701 w 1716"/>
              <a:gd name="T29" fmla="*/ 48 h 16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716" h="1673">
                <a:moveTo>
                  <a:pt x="701" y="48"/>
                </a:moveTo>
                <a:cubicBezTo>
                  <a:pt x="316" y="234"/>
                  <a:pt x="316" y="234"/>
                  <a:pt x="316" y="234"/>
                </a:cubicBezTo>
                <a:cubicBezTo>
                  <a:pt x="216" y="281"/>
                  <a:pt x="144" y="372"/>
                  <a:pt x="120" y="479"/>
                </a:cubicBezTo>
                <a:cubicBezTo>
                  <a:pt x="25" y="896"/>
                  <a:pt x="25" y="896"/>
                  <a:pt x="25" y="896"/>
                </a:cubicBezTo>
                <a:cubicBezTo>
                  <a:pt x="0" y="1004"/>
                  <a:pt x="26" y="1116"/>
                  <a:pt x="95" y="1202"/>
                </a:cubicBezTo>
                <a:cubicBezTo>
                  <a:pt x="361" y="1537"/>
                  <a:pt x="361" y="1537"/>
                  <a:pt x="361" y="1537"/>
                </a:cubicBezTo>
                <a:cubicBezTo>
                  <a:pt x="430" y="1623"/>
                  <a:pt x="534" y="1673"/>
                  <a:pt x="644" y="1673"/>
                </a:cubicBezTo>
                <a:cubicBezTo>
                  <a:pt x="1072" y="1673"/>
                  <a:pt x="1072" y="1673"/>
                  <a:pt x="1072" y="1673"/>
                </a:cubicBezTo>
                <a:cubicBezTo>
                  <a:pt x="1182" y="1673"/>
                  <a:pt x="1286" y="1623"/>
                  <a:pt x="1355" y="1537"/>
                </a:cubicBezTo>
                <a:cubicBezTo>
                  <a:pt x="1621" y="1202"/>
                  <a:pt x="1621" y="1202"/>
                  <a:pt x="1621" y="1202"/>
                </a:cubicBezTo>
                <a:cubicBezTo>
                  <a:pt x="1690" y="1116"/>
                  <a:pt x="1716" y="1004"/>
                  <a:pt x="1691" y="896"/>
                </a:cubicBezTo>
                <a:cubicBezTo>
                  <a:pt x="1596" y="479"/>
                  <a:pt x="1596" y="479"/>
                  <a:pt x="1596" y="479"/>
                </a:cubicBezTo>
                <a:cubicBezTo>
                  <a:pt x="1572" y="372"/>
                  <a:pt x="1500" y="281"/>
                  <a:pt x="1400" y="234"/>
                </a:cubicBezTo>
                <a:cubicBezTo>
                  <a:pt x="1015" y="48"/>
                  <a:pt x="1015" y="48"/>
                  <a:pt x="1015" y="48"/>
                </a:cubicBezTo>
                <a:cubicBezTo>
                  <a:pt x="916" y="0"/>
                  <a:pt x="800" y="0"/>
                  <a:pt x="701" y="48"/>
                </a:cubicBezTo>
                <a:close/>
              </a:path>
            </a:pathLst>
          </a:custGeom>
          <a:solidFill>
            <a:schemeClr val="accent1"/>
          </a:solidFill>
          <a:ln w="11113" cap="flat">
            <a:noFill/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图片占位符 12">
            <a:extLst>
              <a:ext uri="{FF2B5EF4-FFF2-40B4-BE49-F238E27FC236}">
                <a16:creationId xmlns:a16="http://schemas.microsoft.com/office/drawing/2014/main" id="{B584A6D6-AB44-4DEE-A97F-6A25FB4BE7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33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12">
            <a:extLst>
              <a:ext uri="{FF2B5EF4-FFF2-40B4-BE49-F238E27FC236}">
                <a16:creationId xmlns:a16="http://schemas.microsoft.com/office/drawing/2014/main" id="{A9ED9AC2-4BF5-46F3-B2BF-33B92A780B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20904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2" name="图片占位符 12">
            <a:extLst>
              <a:ext uri="{FF2B5EF4-FFF2-40B4-BE49-F238E27FC236}">
                <a16:creationId xmlns:a16="http://schemas.microsoft.com/office/drawing/2014/main" id="{7602DC49-0295-49C4-8C52-493086A4DC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48140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3" name="图片占位符 12">
            <a:extLst>
              <a:ext uri="{FF2B5EF4-FFF2-40B4-BE49-F238E27FC236}">
                <a16:creationId xmlns:a16="http://schemas.microsoft.com/office/drawing/2014/main" id="{29E3E4D4-C6B8-45BE-A34B-E8C970A6C3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75377" y="1717643"/>
            <a:ext cx="2614575" cy="2580312"/>
          </a:xfrm>
          <a:custGeom>
            <a:avLst/>
            <a:gdLst>
              <a:gd name="connsiteX0" fmla="*/ 1691920 w 3383840"/>
              <a:gd name="connsiteY0" fmla="*/ 0 h 3339496"/>
              <a:gd name="connsiteX1" fmla="*/ 2007280 w 3383840"/>
              <a:gd name="connsiteY1" fmla="*/ 72379 h 3339496"/>
              <a:gd name="connsiteX2" fmla="*/ 2780614 w 3383840"/>
              <a:gd name="connsiteY2" fmla="*/ 446338 h 3339496"/>
              <a:gd name="connsiteX3" fmla="*/ 3174312 w 3383840"/>
              <a:gd name="connsiteY3" fmla="*/ 938919 h 3339496"/>
              <a:gd name="connsiteX4" fmla="*/ 3365135 w 3383840"/>
              <a:gd name="connsiteY4" fmla="*/ 1777311 h 3339496"/>
              <a:gd name="connsiteX5" fmla="*/ 3224528 w 3383840"/>
              <a:gd name="connsiteY5" fmla="*/ 2392535 h 3339496"/>
              <a:gd name="connsiteX6" fmla="*/ 2690225 w 3383840"/>
              <a:gd name="connsiteY6" fmla="*/ 3066064 h 3339496"/>
              <a:gd name="connsiteX7" fmla="*/ 2121774 w 3383840"/>
              <a:gd name="connsiteY7" fmla="*/ 3339496 h 3339496"/>
              <a:gd name="connsiteX8" fmla="*/ 1262067 w 3383840"/>
              <a:gd name="connsiteY8" fmla="*/ 3339496 h 3339496"/>
              <a:gd name="connsiteX9" fmla="*/ 693616 w 3383840"/>
              <a:gd name="connsiteY9" fmla="*/ 3066064 h 3339496"/>
              <a:gd name="connsiteX10" fmla="*/ 159312 w 3383840"/>
              <a:gd name="connsiteY10" fmla="*/ 2392535 h 3339496"/>
              <a:gd name="connsiteX11" fmla="*/ 18706 w 3383840"/>
              <a:gd name="connsiteY11" fmla="*/ 1777311 h 3339496"/>
              <a:gd name="connsiteX12" fmla="*/ 209528 w 3383840"/>
              <a:gd name="connsiteY12" fmla="*/ 938919 h 3339496"/>
              <a:gd name="connsiteX13" fmla="*/ 603226 w 3383840"/>
              <a:gd name="connsiteY13" fmla="*/ 446338 h 3339496"/>
              <a:gd name="connsiteX14" fmla="*/ 1376560 w 3383840"/>
              <a:gd name="connsiteY14" fmla="*/ 72379 h 3339496"/>
              <a:gd name="connsiteX15" fmla="*/ 1691920 w 3383840"/>
              <a:gd name="connsiteY15" fmla="*/ 0 h 33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83840" h="3339496">
                <a:moveTo>
                  <a:pt x="1691920" y="0"/>
                </a:moveTo>
                <a:cubicBezTo>
                  <a:pt x="1799886" y="0"/>
                  <a:pt x="1907851" y="24126"/>
                  <a:pt x="2007280" y="72379"/>
                </a:cubicBezTo>
                <a:cubicBezTo>
                  <a:pt x="2007280" y="72379"/>
                  <a:pt x="2007280" y="72379"/>
                  <a:pt x="2780614" y="446338"/>
                </a:cubicBezTo>
                <a:cubicBezTo>
                  <a:pt x="2981480" y="540833"/>
                  <a:pt x="3126104" y="723792"/>
                  <a:pt x="3174312" y="938919"/>
                </a:cubicBezTo>
                <a:cubicBezTo>
                  <a:pt x="3174312" y="938919"/>
                  <a:pt x="3174312" y="938919"/>
                  <a:pt x="3365135" y="1777311"/>
                </a:cubicBezTo>
                <a:cubicBezTo>
                  <a:pt x="3415351" y="1994449"/>
                  <a:pt x="3363126" y="2219629"/>
                  <a:pt x="3224528" y="2392535"/>
                </a:cubicBezTo>
                <a:cubicBezTo>
                  <a:pt x="3224528" y="2392535"/>
                  <a:pt x="3224528" y="2392535"/>
                  <a:pt x="2690225" y="3066064"/>
                </a:cubicBezTo>
                <a:cubicBezTo>
                  <a:pt x="2551627" y="3238969"/>
                  <a:pt x="2342726" y="3339496"/>
                  <a:pt x="2121774" y="3339496"/>
                </a:cubicBezTo>
                <a:cubicBezTo>
                  <a:pt x="2121774" y="3339496"/>
                  <a:pt x="2121774" y="3339496"/>
                  <a:pt x="1262067" y="3339496"/>
                </a:cubicBezTo>
                <a:cubicBezTo>
                  <a:pt x="1041114" y="3339496"/>
                  <a:pt x="832213" y="3238969"/>
                  <a:pt x="693616" y="3066064"/>
                </a:cubicBezTo>
                <a:cubicBezTo>
                  <a:pt x="693616" y="3066064"/>
                  <a:pt x="693616" y="3066064"/>
                  <a:pt x="159312" y="2392535"/>
                </a:cubicBezTo>
                <a:cubicBezTo>
                  <a:pt x="20714" y="2219629"/>
                  <a:pt x="-31511" y="1994449"/>
                  <a:pt x="18706" y="1777311"/>
                </a:cubicBezTo>
                <a:cubicBezTo>
                  <a:pt x="18706" y="1777311"/>
                  <a:pt x="18706" y="1777311"/>
                  <a:pt x="209528" y="938919"/>
                </a:cubicBezTo>
                <a:cubicBezTo>
                  <a:pt x="257736" y="723792"/>
                  <a:pt x="402360" y="540833"/>
                  <a:pt x="603226" y="446338"/>
                </a:cubicBezTo>
                <a:cubicBezTo>
                  <a:pt x="603226" y="446338"/>
                  <a:pt x="603226" y="446338"/>
                  <a:pt x="1376560" y="72379"/>
                </a:cubicBezTo>
                <a:cubicBezTo>
                  <a:pt x="1475989" y="24126"/>
                  <a:pt x="1583955" y="0"/>
                  <a:pt x="16919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47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E82C0BB-97E3-4E59-8E6D-E28ADA9A1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包含 监视器, 电子产品, 室内, 就坐&#10;&#10;自动生成的说明">
            <a:extLst>
              <a:ext uri="{FF2B5EF4-FFF2-40B4-BE49-F238E27FC236}">
                <a16:creationId xmlns:a16="http://schemas.microsoft.com/office/drawing/2014/main" id="{1A42AABA-2338-4F73-BC3D-B11D310B7B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322" y="449217"/>
            <a:ext cx="2871578" cy="5959565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415EDA-DD8D-44A9-A68B-5AE5CAC2B81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3800" y="1130300"/>
            <a:ext cx="2578100" cy="4597400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56FD032-69D6-4CC3-BB83-C57F4E47CDBE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07026F4-28F6-4291-87F1-1BEC01F3FCC7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83CB7D44-B5F3-45B5-A9D7-8FD363BC3A98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59F2D58-A8B4-49B0-B796-E615E886C4C8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1F6D4A5-212A-45AE-B9E2-836BB7F33432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F5CCA15-D0EA-4214-8C1E-5A37D98F59DF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0924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A17571F1-7F19-4F2C-9E1B-F1D60A1C11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29" b="6418"/>
          <a:stretch>
            <a:fillRect/>
          </a:stretch>
        </p:blipFill>
        <p:spPr>
          <a:xfrm>
            <a:off x="0" y="5677445"/>
            <a:ext cx="12192000" cy="1353869"/>
          </a:xfrm>
          <a:custGeom>
            <a:avLst/>
            <a:gdLst>
              <a:gd name="connsiteX0" fmla="*/ 0 w 12192000"/>
              <a:gd name="connsiteY0" fmla="*/ 0 h 1353869"/>
              <a:gd name="connsiteX1" fmla="*/ 12192000 w 12192000"/>
              <a:gd name="connsiteY1" fmla="*/ 0 h 1353869"/>
              <a:gd name="connsiteX2" fmla="*/ 12192000 w 12192000"/>
              <a:gd name="connsiteY2" fmla="*/ 1353869 h 1353869"/>
              <a:gd name="connsiteX3" fmla="*/ 0 w 12192000"/>
              <a:gd name="connsiteY3" fmla="*/ 1353869 h 1353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353869">
                <a:moveTo>
                  <a:pt x="0" y="0"/>
                </a:moveTo>
                <a:lnTo>
                  <a:pt x="12192000" y="0"/>
                </a:lnTo>
                <a:lnTo>
                  <a:pt x="12192000" y="1353869"/>
                </a:lnTo>
                <a:lnTo>
                  <a:pt x="0" y="1353869"/>
                </a:lnTo>
                <a:close/>
              </a:path>
            </a:pathLst>
          </a:cu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FA148D0-4773-4F29-9655-EEA355885918}"/>
              </a:ext>
            </a:extLst>
          </p:cNvPr>
          <p:cNvGrpSpPr/>
          <p:nvPr userDrawn="1"/>
        </p:nvGrpSpPr>
        <p:grpSpPr>
          <a:xfrm>
            <a:off x="3195459" y="351347"/>
            <a:ext cx="6155304" cy="6155304"/>
            <a:chOff x="3195459" y="351347"/>
            <a:chExt cx="6155304" cy="6155304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84803EE-5490-4695-979E-A30164C67EB5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26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740A0D5-DDB8-4AFA-804C-31518CA3175A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1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4EA144E-FC4A-43B0-BC57-E142F6F96F44}"/>
              </a:ext>
            </a:extLst>
          </p:cNvPr>
          <p:cNvGrpSpPr/>
          <p:nvPr userDrawn="1"/>
        </p:nvGrpSpPr>
        <p:grpSpPr>
          <a:xfrm>
            <a:off x="1245243" y="-1417133"/>
            <a:ext cx="9613257" cy="9613257"/>
            <a:chOff x="3195459" y="351347"/>
            <a:chExt cx="6155304" cy="6155304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DE14F4D-5ECD-4C8D-A796-7C9A4CB79471}"/>
                </a:ext>
              </a:extLst>
            </p:cNvPr>
            <p:cNvSpPr/>
            <p:nvPr userDrawn="1"/>
          </p:nvSpPr>
          <p:spPr>
            <a:xfrm>
              <a:off x="3415611" y="531996"/>
              <a:ext cx="5715000" cy="5715000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B8D1488-0BD5-4694-AA4B-E2432FEA9C62}"/>
                </a:ext>
              </a:extLst>
            </p:cNvPr>
            <p:cNvSpPr/>
            <p:nvPr userDrawn="1"/>
          </p:nvSpPr>
          <p:spPr>
            <a:xfrm>
              <a:off x="3195459" y="351347"/>
              <a:ext cx="6155304" cy="6155304"/>
            </a:xfrm>
            <a:prstGeom prst="ellipse">
              <a:avLst/>
            </a:prstGeom>
            <a:noFill/>
            <a:ln w="57150">
              <a:solidFill>
                <a:schemeClr val="accent1">
                  <a:shade val="50000"/>
                  <a:alpha val="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A23C0978-6789-45A2-9DA7-A4D258BD05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7001" y="80396"/>
            <a:ext cx="863600" cy="8636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558219D-4329-48DA-A42D-BB31DCC741D5}"/>
              </a:ext>
            </a:extLst>
          </p:cNvPr>
          <p:cNvSpPr txBox="1"/>
          <p:nvPr userDrawn="1"/>
        </p:nvSpPr>
        <p:spPr>
          <a:xfrm>
            <a:off x="9677400" y="6550223"/>
            <a:ext cx="2362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允公允能 日新月异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E0525F-4752-4845-84EB-41FD5551F15C}"/>
              </a:ext>
            </a:extLst>
          </p:cNvPr>
          <p:cNvSpPr/>
          <p:nvPr userDrawn="1"/>
        </p:nvSpPr>
        <p:spPr>
          <a:xfrm>
            <a:off x="279400" y="277246"/>
            <a:ext cx="469900" cy="469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CBA056-C739-470A-9AF6-D180CAB88A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944" y="747146"/>
            <a:ext cx="6544112" cy="6134100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2FDF48-3F79-4136-B902-DA97960B8A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54400" y="1485900"/>
            <a:ext cx="5422900" cy="30480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72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70A4-4E3B-4F56-8FDD-F1EB4BDF678E}" type="datetime2">
              <a:rPr lang="zh-CN" altLang="en-US" smtClean="0"/>
              <a:t>2024年10月17日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5DDA-53DD-4495-A1F6-B439BDA050E0}" type="datetime2">
              <a:rPr lang="zh-CN" altLang="en-US" smtClean="0"/>
              <a:t>2024年10月17日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C606B-CFB8-465D-A34A-AC76AB192DCE}" type="datetime2">
              <a:rPr lang="zh-CN" altLang="en-US" smtClean="0"/>
              <a:t>2024年10月17日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39A2B-D617-4E97-B74E-572C8892BBDF}" type="datetime2">
              <a:rPr lang="zh-CN" altLang="en-US" smtClean="0"/>
              <a:t>2024年10月17日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71933-39CF-414B-8F3E-1FA80C540CBD}" type="datetime2">
              <a:rPr lang="zh-CN" altLang="en-US" smtClean="0"/>
              <a:t>2024年10月17日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B35B4-13DE-41D0-989F-92F8B73463C4}" type="datetime2">
              <a:rPr lang="zh-CN" altLang="en-US" smtClean="0"/>
              <a:t>2024年10月17日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A381-2652-4789-B703-8168BBF1FDD9}" type="datetime2">
              <a:rPr lang="zh-CN" altLang="en-US" smtClean="0"/>
              <a:t>2024年10月17日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9D340-5E09-4D59-97A7-00D321553642}" type="datetime2">
              <a:rPr lang="zh-CN" altLang="en-US" smtClean="0"/>
              <a:t>2024年10月17日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1" r:id="rId3"/>
    <p:sldLayoutId id="2147483652" r:id="rId4"/>
    <p:sldLayoutId id="2147483650" r:id="rId5"/>
    <p:sldLayoutId id="2147483660" r:id="rId6"/>
    <p:sldLayoutId id="2147483661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内容占位符 14">
            <a:extLst>
              <a:ext uri="{FF2B5EF4-FFF2-40B4-BE49-F238E27FC236}">
                <a16:creationId xmlns:a16="http://schemas.microsoft.com/office/drawing/2014/main" id="{46B9712C-BA09-4F13-9BA2-AED347238ED5}"/>
              </a:ext>
            </a:extLst>
          </p:cNvPr>
          <p:cNvSpPr txBox="1">
            <a:spLocks/>
          </p:cNvSpPr>
          <p:nvPr/>
        </p:nvSpPr>
        <p:spPr>
          <a:xfrm>
            <a:off x="1517396" y="1753802"/>
            <a:ext cx="9157208" cy="225605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60000"/>
              </a:lnSpc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"/>
                <a:ea typeface="微软雅黑" panose="020B0503020204020204" pitchFamily="34" charset="-122"/>
                <a:sym typeface=""/>
              </a:rPr>
              <a:t>Lab3- bubble</a:t>
            </a:r>
            <a:endParaRPr lang="zh-CN" alt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"/>
              <a:ea typeface="微软雅黑" panose="020B0503020204020204" pitchFamily="34" charset="-122"/>
              <a:sym typeface=""/>
            </a:endParaRPr>
          </a:p>
        </p:txBody>
      </p:sp>
      <p:sp>
        <p:nvSpPr>
          <p:cNvPr id="22" name="内容占位符 14">
            <a:extLst>
              <a:ext uri="{FF2B5EF4-FFF2-40B4-BE49-F238E27FC236}">
                <a16:creationId xmlns:a16="http://schemas.microsoft.com/office/drawing/2014/main" id="{F8ECA188-EDBA-4335-8A11-A348ED1FD957}"/>
              </a:ext>
            </a:extLst>
          </p:cNvPr>
          <p:cNvSpPr txBox="1">
            <a:spLocks/>
          </p:cNvSpPr>
          <p:nvPr/>
        </p:nvSpPr>
        <p:spPr>
          <a:xfrm>
            <a:off x="2859872" y="3992857"/>
            <a:ext cx="6472255" cy="104336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rgbClr val="7E0C6E"/>
                </a:solidFill>
                <a:latin typeface="+mn-e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邓琮弋</a:t>
            </a:r>
            <a:endParaRPr lang="en-US" altLang="zh-CN" sz="2400" dirty="0">
              <a:latin typeface=""/>
              <a:ea typeface="微软雅黑" panose="020B0503020204020204" pitchFamily="34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2024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latin typeface="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"/>
                <a:ea typeface="微软雅黑" panose="020B0503020204020204" pitchFamily="34" charset="-122"/>
              </a:rPr>
              <a:t>月</a:t>
            </a:r>
            <a:endParaRPr lang="zh-CN" altLang="en-US" sz="2400" dirty="0">
              <a:latin typeface=""/>
              <a:ea typeface="微软雅黑" panose="020B0503020204020204" pitchFamily="34" charset="-122"/>
              <a:sym typeface="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40A08AA-29C1-4F37-ACEA-2C9B87A377F8}"/>
              </a:ext>
            </a:extLst>
          </p:cNvPr>
          <p:cNvGrpSpPr/>
          <p:nvPr/>
        </p:nvGrpSpPr>
        <p:grpSpPr>
          <a:xfrm>
            <a:off x="8210295" y="3395010"/>
            <a:ext cx="1661328" cy="324811"/>
            <a:chOff x="7670799" y="3233111"/>
            <a:chExt cx="1661328" cy="324811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8E0B776C-D310-45D7-A0CF-E6CE8CA5E631}"/>
                </a:ext>
              </a:extLst>
            </p:cNvPr>
            <p:cNvCxnSpPr/>
            <p:nvPr/>
          </p:nvCxnSpPr>
          <p:spPr>
            <a:xfrm>
              <a:off x="8199455" y="34109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92991FE-ACED-47FF-9518-9AA593CEF89B}"/>
                </a:ext>
              </a:extLst>
            </p:cNvPr>
            <p:cNvCxnSpPr/>
            <p:nvPr/>
          </p:nvCxnSpPr>
          <p:spPr>
            <a:xfrm>
              <a:off x="8328827" y="35579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F45A2789-8087-4E0D-9920-E62D1F9D9248}"/>
                </a:ext>
              </a:extLst>
            </p:cNvPr>
            <p:cNvCxnSpPr/>
            <p:nvPr/>
          </p:nvCxnSpPr>
          <p:spPr>
            <a:xfrm>
              <a:off x="7670799" y="32331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图片 31">
            <a:extLst>
              <a:ext uri="{FF2B5EF4-FFF2-40B4-BE49-F238E27FC236}">
                <a16:creationId xmlns:a16="http://schemas.microsoft.com/office/drawing/2014/main" id="{A5E36DE7-C9F1-4329-AA00-01E6E51F14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156" y="586122"/>
            <a:ext cx="863600" cy="86360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1355F5AB-38CC-4F62-A0A1-BDAE14F99D1B}"/>
              </a:ext>
            </a:extLst>
          </p:cNvPr>
          <p:cNvGrpSpPr/>
          <p:nvPr/>
        </p:nvGrpSpPr>
        <p:grpSpPr>
          <a:xfrm>
            <a:off x="1338244" y="1287316"/>
            <a:ext cx="1661328" cy="324811"/>
            <a:chOff x="2201844" y="1429711"/>
            <a:chExt cx="1661328" cy="324811"/>
          </a:xfrm>
        </p:grpSpPr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7B96CD09-B1CF-4B4B-87F6-7221B032C61E}"/>
                </a:ext>
              </a:extLst>
            </p:cNvPr>
            <p:cNvCxnSpPr/>
            <p:nvPr/>
          </p:nvCxnSpPr>
          <p:spPr>
            <a:xfrm>
              <a:off x="2730500" y="1607511"/>
              <a:ext cx="1003300" cy="0"/>
            </a:xfrm>
            <a:prstGeom prst="line">
              <a:avLst/>
            </a:prstGeom>
            <a:ln w="76200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10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EB09B1B-39FB-4D45-8774-3573AE9D5FFA}"/>
                </a:ext>
              </a:extLst>
            </p:cNvPr>
            <p:cNvCxnSpPr/>
            <p:nvPr/>
          </p:nvCxnSpPr>
          <p:spPr>
            <a:xfrm>
              <a:off x="2859872" y="1754522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94D75E6-DA2C-43EA-8C19-B310CEF1B47A}"/>
                </a:ext>
              </a:extLst>
            </p:cNvPr>
            <p:cNvCxnSpPr/>
            <p:nvPr/>
          </p:nvCxnSpPr>
          <p:spPr>
            <a:xfrm>
              <a:off x="2201844" y="1429711"/>
              <a:ext cx="1003300" cy="0"/>
            </a:xfrm>
            <a:prstGeom prst="line">
              <a:avLst/>
            </a:prstGeom>
            <a:ln w="57150">
              <a:gradFill>
                <a:gsLst>
                  <a:gs pos="0">
                    <a:schemeClr val="accent3">
                      <a:lumMod val="20000"/>
                      <a:lumOff val="80000"/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1307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调试方法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-</a:t>
            </a:r>
            <a:r>
              <a:rPr lang="en-US" altLang="zh-CN" sz="3200" b="1" dirty="0" err="1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OllyDbg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9F1829-9488-BD51-92B5-D9F6E24CD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886" y="883920"/>
            <a:ext cx="8212317" cy="538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调试方法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-</a:t>
            </a:r>
            <a:r>
              <a:rPr lang="en-US" altLang="zh-CN" sz="3200" b="1" dirty="0" err="1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OllyDbg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D1CA80-284F-E394-A3A0-0EACF9EEF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189" y="786637"/>
            <a:ext cx="8717621" cy="5720672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F74B94E4-D8E2-5080-BA1F-19130978DD89}"/>
              </a:ext>
            </a:extLst>
          </p:cNvPr>
          <p:cNvSpPr/>
          <p:nvPr/>
        </p:nvSpPr>
        <p:spPr>
          <a:xfrm>
            <a:off x="2865120" y="1117600"/>
            <a:ext cx="416560" cy="2844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CD9FB86-4A8E-7A4A-9D18-444EC5BF5A3B}"/>
              </a:ext>
            </a:extLst>
          </p:cNvPr>
          <p:cNvSpPr/>
          <p:nvPr/>
        </p:nvSpPr>
        <p:spPr>
          <a:xfrm>
            <a:off x="8270240" y="1615440"/>
            <a:ext cx="1991360" cy="1239520"/>
          </a:xfrm>
          <a:prstGeom prst="roundRect">
            <a:avLst>
              <a:gd name="adj" fmla="val 3912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EDF64B2-DB8E-9B46-4ADA-BA511BE3BE03}"/>
              </a:ext>
            </a:extLst>
          </p:cNvPr>
          <p:cNvSpPr/>
          <p:nvPr/>
        </p:nvSpPr>
        <p:spPr>
          <a:xfrm>
            <a:off x="1737188" y="4490720"/>
            <a:ext cx="3058331" cy="2016589"/>
          </a:xfrm>
          <a:prstGeom prst="roundRect">
            <a:avLst>
              <a:gd name="adj" fmla="val 3912"/>
            </a:avLst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38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调试方法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-Visual Studio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D645F2-2AD3-C286-35E5-BBD492A16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707" y="883919"/>
            <a:ext cx="8034585" cy="5570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调试方法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-Visual Studio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A60F18-92DB-A430-3FEC-063236DA5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154" y="197363"/>
            <a:ext cx="9059692" cy="646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264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调试方法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-Visual Studio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8AC649-3446-03B6-2663-9132B27A7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316" y="251106"/>
            <a:ext cx="9261006" cy="660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28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调试方法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-Visual Studio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0444F3-179C-C90E-F589-A0F813246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07" y="101600"/>
            <a:ext cx="96129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06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调试方法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-Visual Studio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128843D-778C-A692-F8A8-54F2B01FD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07" y="101600"/>
            <a:ext cx="96129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320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调试方法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-Visual Studio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2D72FB-3684-7469-0AD9-923F4162E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459" y="786637"/>
            <a:ext cx="8582025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18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调试方法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-Visual Studio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FD0A1E-9B91-245C-D069-86C231FA3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962078"/>
            <a:ext cx="6993609" cy="497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19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调试方法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-Visual Studio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D1D7139-1404-9B81-18F4-C38F2EEC3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806" y="175491"/>
            <a:ext cx="96247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048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B0C4CC-2BD0-2D11-12D9-A3371F71620C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调试方法</a:t>
            </a:r>
            <a:r>
              <a:rPr lang="en-US" altLang="zh-CN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-Visual Studio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A0CCF4-4569-4092-95E5-59E8D4C60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518" y="0"/>
            <a:ext cx="80109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49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实验要求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96102" y="1094682"/>
            <a:ext cx="10821275" cy="2196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编写汇编程序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bubble_sort.asm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，功能是将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命令行输入的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万以内的十进制无符号整数，进行排序，然后输出在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命令行中。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个无符号整数之间用逗号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","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或者空格</a:t>
            </a:r>
            <a:r>
              <a:rPr lang="en-US" altLang="zh-CN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 "</a:t>
            </a: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分割。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96F41BF-94DC-0440-F946-427E8AE2F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447" y="3843450"/>
            <a:ext cx="9433106" cy="178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17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1129312" y="1218095"/>
            <a:ext cx="10761314" cy="3054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一、基址变址寻址方式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把两个寄存器的值相加，得到一个</a:t>
            </a:r>
            <a:r>
              <a:rPr lang="zh-CN" altLang="zh-CN" sz="2400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偏移地址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两个寄存器分别称为基址寄存器（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base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）和变址寄存器（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index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）。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zh-CN" sz="24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格式为</a:t>
            </a:r>
            <a:r>
              <a:rPr lang="en-US" altLang="zh-CN" sz="24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[base + index]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，例如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mov 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eax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[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ebx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+ 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esi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]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4000" b="1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853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96102" y="1094682"/>
            <a:ext cx="10761314" cy="2315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二、相对基址变址寻址方式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把偏移、基址、变址以及可选的比例因子组合起来，产生一个</a:t>
            </a:r>
            <a:r>
              <a:rPr lang="zh-CN" altLang="zh-CN" sz="24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偏移地址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zh-CN" altLang="zh-CN" sz="24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常见的两种格式为：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[base + index + displacement]</a:t>
            </a:r>
            <a:r>
              <a:rPr lang="zh-CN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displacement[base + index]</a:t>
            </a:r>
          </a:p>
        </p:txBody>
      </p:sp>
    </p:spTree>
    <p:extLst>
      <p:ext uri="{BB962C8B-B14F-4D97-AF65-F5344CB8AC3E}">
        <p14:creationId xmlns:p14="http://schemas.microsoft.com/office/powerpoint/2010/main" val="757267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31F7AF-6790-504F-80C3-06972B3DD23C}"/>
              </a:ext>
            </a:extLst>
          </p:cNvPr>
          <p:cNvSpPr txBox="1"/>
          <p:nvPr/>
        </p:nvSpPr>
        <p:spPr>
          <a:xfrm>
            <a:off x="521518" y="2146508"/>
            <a:ext cx="787064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.data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table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30h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40h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row_size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($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50h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60h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70h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80h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90h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0a0h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0b0h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0c0h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.code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row_size</a:t>
            </a:r>
            <a:endParaRPr lang="en-US" altLang="zh-CN" sz="24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eax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eax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altLang="zh-CN" sz="2400" dirty="0">
              <a:effectLst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E77CC7-1BD9-7240-E0CD-F48BF9B4EA02}"/>
              </a:ext>
            </a:extLst>
          </p:cNvPr>
          <p:cNvSpPr txBox="1"/>
          <p:nvPr/>
        </p:nvSpPr>
        <p:spPr>
          <a:xfrm>
            <a:off x="796102" y="1094682"/>
            <a:ext cx="10761314" cy="824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二、相对基址变址寻址方式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622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31F7AF-6790-504F-80C3-06972B3DD23C}"/>
              </a:ext>
            </a:extLst>
          </p:cNvPr>
          <p:cNvSpPr txBox="1"/>
          <p:nvPr/>
        </p:nvSpPr>
        <p:spPr>
          <a:xfrm>
            <a:off x="521518" y="2146508"/>
            <a:ext cx="92727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.data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table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30h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40h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row_size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($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50h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60h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70h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80h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90h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0a0h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0b0h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0c0h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.code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ebx</a:t>
            </a:r>
            <a:r>
              <a:rPr lang="en-US" altLang="zh-CN" sz="24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row_size</a:t>
            </a:r>
            <a:endParaRPr lang="en-US" altLang="zh-CN" sz="2400" dirty="0">
              <a:solidFill>
                <a:srgbClr val="000000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eax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eax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altLang="zh-CN" sz="2400" dirty="0">
              <a:effectLst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E77CC7-1BD9-7240-E0CD-F48BF9B4EA02}"/>
              </a:ext>
            </a:extLst>
          </p:cNvPr>
          <p:cNvSpPr txBox="1"/>
          <p:nvPr/>
        </p:nvSpPr>
        <p:spPr>
          <a:xfrm>
            <a:off x="796102" y="1094682"/>
            <a:ext cx="10761314" cy="824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二、相对基址变址寻址方式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5273432-7DCA-8F30-D586-1F1EB9E90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02" y="1506750"/>
            <a:ext cx="10126271" cy="469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02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31F7AF-6790-504F-80C3-06972B3DD23C}"/>
              </a:ext>
            </a:extLst>
          </p:cNvPr>
          <p:cNvSpPr txBox="1"/>
          <p:nvPr/>
        </p:nvSpPr>
        <p:spPr>
          <a:xfrm>
            <a:off x="521518" y="2146508"/>
            <a:ext cx="92727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.data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table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30h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40h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row_size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($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50h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60h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70h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80h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90h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0a0h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0b0h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0c0h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.code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row_size</a:t>
            </a:r>
            <a:endParaRPr lang="en-US" altLang="zh-CN" sz="24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eax</a:t>
            </a:r>
            <a:r>
              <a:rPr lang="en-US" altLang="zh-CN" sz="24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[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ebx</a:t>
            </a:r>
            <a:r>
              <a:rPr lang="en-US" altLang="zh-CN" sz="24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]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eax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4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altLang="zh-CN" sz="2400" dirty="0">
              <a:effectLst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E77CC7-1BD9-7240-E0CD-F48BF9B4EA02}"/>
              </a:ext>
            </a:extLst>
          </p:cNvPr>
          <p:cNvSpPr txBox="1"/>
          <p:nvPr/>
        </p:nvSpPr>
        <p:spPr>
          <a:xfrm>
            <a:off x="796102" y="1094682"/>
            <a:ext cx="10761314" cy="824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二、相对基址变址寻址方式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D54BD0B-EC8A-C87B-37AA-6C51EB10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258" y="1552569"/>
            <a:ext cx="8897484" cy="437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31F7AF-6790-504F-80C3-06972B3DD23C}"/>
              </a:ext>
            </a:extLst>
          </p:cNvPr>
          <p:cNvSpPr txBox="1"/>
          <p:nvPr/>
        </p:nvSpPr>
        <p:spPr>
          <a:xfrm>
            <a:off x="521518" y="2146508"/>
            <a:ext cx="92727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.data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table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30h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40h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row_size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($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50h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60h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70h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80h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90h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0a0h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0b0h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0c0h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.code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row_size</a:t>
            </a:r>
            <a:endParaRPr lang="en-US" altLang="zh-CN" sz="24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eax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eax</a:t>
            </a:r>
            <a:r>
              <a:rPr lang="en-US" altLang="zh-CN" sz="24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[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ebx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+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esi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4</a:t>
            </a:r>
            <a:r>
              <a:rPr lang="en-US" altLang="zh-CN" sz="24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]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endParaRPr lang="en-US" altLang="zh-CN" sz="2400" dirty="0">
              <a:effectLst/>
              <a:highlight>
                <a:srgbClr val="FFFF00"/>
              </a:highligh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E77CC7-1BD9-7240-E0CD-F48BF9B4EA02}"/>
              </a:ext>
            </a:extLst>
          </p:cNvPr>
          <p:cNvSpPr txBox="1"/>
          <p:nvPr/>
        </p:nvSpPr>
        <p:spPr>
          <a:xfrm>
            <a:off x="796102" y="1094682"/>
            <a:ext cx="10761314" cy="824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二、相对基址变址寻址方式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C58248D-2147-1919-C37E-FBAC64956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112" y="1179519"/>
            <a:ext cx="10453294" cy="471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11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31F7AF-6790-504F-80C3-06972B3DD23C}"/>
              </a:ext>
            </a:extLst>
          </p:cNvPr>
          <p:cNvSpPr txBox="1"/>
          <p:nvPr/>
        </p:nvSpPr>
        <p:spPr>
          <a:xfrm>
            <a:off x="521518" y="2146508"/>
            <a:ext cx="787064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.data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table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10h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20h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30h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40h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row_size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($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-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50h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60h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70h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80h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altLang="zh-CN" sz="2400" b="1" dirty="0" err="1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dword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90h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0a0h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0b0h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>
                <a:solidFill>
                  <a:srgbClr val="FF8000"/>
                </a:solidFill>
                <a:effectLst/>
                <a:latin typeface="Courier New" panose="02070309020205020404" pitchFamily="49" charset="0"/>
              </a:rPr>
              <a:t>0c0h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r>
              <a:rPr lang="en-US" altLang="zh-CN" sz="2400" dirty="0">
                <a:solidFill>
                  <a:srgbClr val="0080FF"/>
                </a:solidFill>
                <a:effectLst/>
                <a:latin typeface="Courier New" panose="02070309020205020404" pitchFamily="49" charset="0"/>
              </a:rPr>
              <a:t>.code</a:t>
            </a:r>
            <a:endParaRPr lang="en-US" altLang="zh-CN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row_size</a:t>
            </a:r>
            <a:endParaRPr lang="en-US" altLang="zh-CN" sz="240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   mov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esi</a:t>
            </a:r>
            <a:r>
              <a:rPr lang="en-US" altLang="zh-CN" sz="2400" b="1" dirty="0">
                <a:solidFill>
                  <a:srgbClr val="00008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8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4</a:t>
            </a:r>
            <a:endParaRPr lang="en-US" altLang="zh-CN" sz="2400" b="1" dirty="0">
              <a:solidFill>
                <a:srgbClr val="000000"/>
              </a:solidFill>
              <a:highlight>
                <a:srgbClr val="FFFF00"/>
              </a:highlight>
              <a:latin typeface="Courier New" panose="020703090202050204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mov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eax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table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ebx</a:t>
            </a:r>
            <a:r>
              <a:rPr lang="en-US" altLang="zh-CN" sz="24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400" b="1" dirty="0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a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+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 err="1">
                <a:solidFill>
                  <a:srgbClr val="8080FF"/>
                </a:solidFill>
                <a:effectLst/>
                <a:latin typeface="Courier New" panose="02070309020205020404" pitchFamily="49" charset="0"/>
              </a:rPr>
              <a:t>esi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urier New" panose="02070309020205020404" pitchFamily="49" charset="0"/>
              </a:rPr>
              <a:t>b</a:t>
            </a:r>
            <a:r>
              <a:rPr lang="en-US" altLang="zh-CN" sz="2400" b="1" dirty="0">
                <a:solidFill>
                  <a:srgbClr val="000080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endParaRPr lang="en-US" altLang="zh-CN" sz="2400" dirty="0">
              <a:effectLst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E77CC7-1BD9-7240-E0CD-F48BF9B4EA02}"/>
              </a:ext>
            </a:extLst>
          </p:cNvPr>
          <p:cNvSpPr txBox="1"/>
          <p:nvPr/>
        </p:nvSpPr>
        <p:spPr>
          <a:xfrm>
            <a:off x="796102" y="1094682"/>
            <a:ext cx="10761314" cy="824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二、相对基址变址寻址方式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C04DF1-AF00-BE5B-6675-B1900DF0ADF4}"/>
              </a:ext>
            </a:extLst>
          </p:cNvPr>
          <p:cNvSpPr txBox="1"/>
          <p:nvPr/>
        </p:nvSpPr>
        <p:spPr>
          <a:xfrm>
            <a:off x="7399594" y="3429000"/>
            <a:ext cx="4157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>
                <a:solidFill>
                  <a:srgbClr val="C00000"/>
                </a:solidFill>
              </a:rPr>
              <a:t>eax</a:t>
            </a:r>
            <a:r>
              <a:rPr lang="zh-CN" altLang="en-US" sz="3200" b="1" dirty="0">
                <a:solidFill>
                  <a:srgbClr val="C00000"/>
                </a:solidFill>
              </a:rPr>
              <a:t>内容：</a:t>
            </a:r>
            <a:r>
              <a:rPr lang="en-US" altLang="zh-CN" sz="3200" b="1" dirty="0">
                <a:solidFill>
                  <a:srgbClr val="C00000"/>
                </a:solidFill>
              </a:rPr>
              <a:t>table[a][b]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01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实验思路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96102" y="1094682"/>
            <a:ext cx="10761314" cy="3792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AF6243"/>
                </a:solidFill>
                <a:latin typeface="+mn-ea"/>
                <a:cs typeface="Times New Roman" panose="02020603050405020304" pitchFamily="18" charset="0"/>
              </a:rPr>
              <a:t>三、冒泡排序</a:t>
            </a:r>
            <a:endParaRPr lang="en-US" altLang="zh-CN" sz="2800" b="1" kern="100" dirty="0">
              <a:solidFill>
                <a:srgbClr val="AF6243"/>
              </a:solidFill>
              <a:latin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冒泡排序算法（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Bubble Sort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）的过程是从位置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开始比较每对数据的值，如果两个数据的顺序不对，就进行交换。如果一遍处理完之后，数组没有排好序，就开始下一次循环。在最多完成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次循环后，数组排序完成。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关键代码可参考教材</a:t>
            </a:r>
            <a:r>
              <a:rPr lang="en-US" altLang="zh-CN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9.5.1</a:t>
            </a: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节。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410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238AED1-3C4C-4B95-8840-89A5C5B9779C}"/>
              </a:ext>
            </a:extLst>
          </p:cNvPr>
          <p:cNvGrpSpPr/>
          <p:nvPr/>
        </p:nvGrpSpPr>
        <p:grpSpPr>
          <a:xfrm>
            <a:off x="0" y="-866151"/>
            <a:ext cx="6904036" cy="685799"/>
            <a:chOff x="0" y="-754379"/>
            <a:chExt cx="6904036" cy="685799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B159AE40-E50F-44A2-8C9B-02F8E6FE8FB6}"/>
                </a:ext>
              </a:extLst>
            </p:cNvPr>
            <p:cNvGrpSpPr/>
            <p:nvPr/>
          </p:nvGrpSpPr>
          <p:grpSpPr>
            <a:xfrm>
              <a:off x="0" y="-754379"/>
              <a:ext cx="6904036" cy="685799"/>
              <a:chOff x="1786550" y="-904875"/>
              <a:chExt cx="6904036" cy="685799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DBE16DA-C37F-4B0C-8C1C-8669B173796E}"/>
                  </a:ext>
                </a:extLst>
              </p:cNvPr>
              <p:cNvSpPr/>
              <p:nvPr/>
            </p:nvSpPr>
            <p:spPr>
              <a:xfrm>
                <a:off x="1786550" y="-904875"/>
                <a:ext cx="6904036" cy="6857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BC7560B-782F-455D-B116-24567FEF9AF7}"/>
                  </a:ext>
                </a:extLst>
              </p:cNvPr>
              <p:cNvSpPr/>
              <p:nvPr/>
            </p:nvSpPr>
            <p:spPr>
              <a:xfrm flipH="1">
                <a:off x="1786550" y="-904875"/>
                <a:ext cx="52388" cy="6857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67A0BE8C-008A-49E2-B3C5-2EC553E587D9}"/>
                  </a:ext>
                </a:extLst>
              </p:cNvPr>
              <p:cNvGrpSpPr/>
              <p:nvPr/>
            </p:nvGrpSpPr>
            <p:grpSpPr>
              <a:xfrm>
                <a:off x="1943430" y="-776742"/>
                <a:ext cx="364639" cy="429532"/>
                <a:chOff x="202990" y="7474403"/>
                <a:chExt cx="364639" cy="429532"/>
              </a:xfrm>
            </p:grpSpPr>
            <p:sp>
              <p:nvSpPr>
                <p:cNvPr id="12" name="椭圆 11">
                  <a:extLst>
                    <a:ext uri="{FF2B5EF4-FFF2-40B4-BE49-F238E27FC236}">
                      <a16:creationId xmlns:a16="http://schemas.microsoft.com/office/drawing/2014/main" id="{5328B8D1-D58A-4A49-86D1-3DFA63837721}"/>
                    </a:ext>
                  </a:extLst>
                </p:cNvPr>
                <p:cNvSpPr/>
                <p:nvPr/>
              </p:nvSpPr>
              <p:spPr>
                <a:xfrm>
                  <a:off x="267138" y="7538114"/>
                  <a:ext cx="236342" cy="236342"/>
                </a:xfrm>
                <a:prstGeom prst="ellipse">
                  <a:avLst/>
                </a:prstGeom>
                <a:solidFill>
                  <a:srgbClr val="FED1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  <p:sp>
              <p:nvSpPr>
                <p:cNvPr id="13" name="Oval 7">
                  <a:extLst>
                    <a:ext uri="{FF2B5EF4-FFF2-40B4-BE49-F238E27FC236}">
                      <a16:creationId xmlns:a16="http://schemas.microsoft.com/office/drawing/2014/main" id="{EAEAE06A-B945-4DEA-B441-2AA48B2627D8}"/>
                    </a:ext>
                  </a:extLst>
                </p:cNvPr>
                <p:cNvSpPr/>
                <p:nvPr/>
              </p:nvSpPr>
              <p:spPr>
                <a:xfrm>
                  <a:off x="202990" y="7474403"/>
                  <a:ext cx="364639" cy="429532"/>
                </a:xfrm>
                <a:custGeom>
                  <a:avLst/>
                  <a:gdLst>
                    <a:gd name="connsiteX0" fmla="*/ 204373 w 514281"/>
                    <a:gd name="connsiteY0" fmla="*/ 530626 h 605804"/>
                    <a:gd name="connsiteX1" fmla="*/ 204373 w 514281"/>
                    <a:gd name="connsiteY1" fmla="*/ 556952 h 605804"/>
                    <a:gd name="connsiteX2" fmla="*/ 311229 w 514281"/>
                    <a:gd name="connsiteY2" fmla="*/ 556952 h 605804"/>
                    <a:gd name="connsiteX3" fmla="*/ 311229 w 514281"/>
                    <a:gd name="connsiteY3" fmla="*/ 530626 h 605804"/>
                    <a:gd name="connsiteX4" fmla="*/ 204373 w 514281"/>
                    <a:gd name="connsiteY4" fmla="*/ 479178 h 605804"/>
                    <a:gd name="connsiteX5" fmla="*/ 204373 w 514281"/>
                    <a:gd name="connsiteY5" fmla="*/ 504299 h 605804"/>
                    <a:gd name="connsiteX6" fmla="*/ 311229 w 514281"/>
                    <a:gd name="connsiteY6" fmla="*/ 504299 h 605804"/>
                    <a:gd name="connsiteX7" fmla="*/ 311229 w 514281"/>
                    <a:gd name="connsiteY7" fmla="*/ 479178 h 605804"/>
                    <a:gd name="connsiteX8" fmla="*/ 458958 w 514281"/>
                    <a:gd name="connsiteY8" fmla="*/ 243592 h 605804"/>
                    <a:gd name="connsiteX9" fmla="*/ 514281 w 514281"/>
                    <a:gd name="connsiteY9" fmla="*/ 243592 h 605804"/>
                    <a:gd name="connsiteX10" fmla="*/ 514281 w 514281"/>
                    <a:gd name="connsiteY10" fmla="*/ 269913 h 605804"/>
                    <a:gd name="connsiteX11" fmla="*/ 458958 w 514281"/>
                    <a:gd name="connsiteY11" fmla="*/ 269913 h 605804"/>
                    <a:gd name="connsiteX12" fmla="*/ 0 w 514281"/>
                    <a:gd name="connsiteY12" fmla="*/ 243592 h 605804"/>
                    <a:gd name="connsiteX13" fmla="*/ 55323 w 514281"/>
                    <a:gd name="connsiteY13" fmla="*/ 243592 h 605804"/>
                    <a:gd name="connsiteX14" fmla="*/ 55323 w 514281"/>
                    <a:gd name="connsiteY14" fmla="*/ 269913 h 605804"/>
                    <a:gd name="connsiteX15" fmla="*/ 0 w 514281"/>
                    <a:gd name="connsiteY15" fmla="*/ 269913 h 605804"/>
                    <a:gd name="connsiteX16" fmla="*/ 263695 w 514281"/>
                    <a:gd name="connsiteY16" fmla="*/ 202846 h 605804"/>
                    <a:gd name="connsiteX17" fmla="*/ 192467 w 514281"/>
                    <a:gd name="connsiteY17" fmla="*/ 273946 h 605804"/>
                    <a:gd name="connsiteX18" fmla="*/ 237321 w 514281"/>
                    <a:gd name="connsiteY18" fmla="*/ 273946 h 605804"/>
                    <a:gd name="connsiteX19" fmla="*/ 250601 w 514281"/>
                    <a:gd name="connsiteY19" fmla="*/ 288407 h 605804"/>
                    <a:gd name="connsiteX20" fmla="*/ 246608 w 514281"/>
                    <a:gd name="connsiteY20" fmla="*/ 326599 h 605804"/>
                    <a:gd name="connsiteX21" fmla="*/ 320436 w 514281"/>
                    <a:gd name="connsiteY21" fmla="*/ 252904 h 605804"/>
                    <a:gd name="connsiteX22" fmla="*/ 275582 w 514281"/>
                    <a:gd name="connsiteY22" fmla="*/ 252904 h 605804"/>
                    <a:gd name="connsiteX23" fmla="*/ 262302 w 514281"/>
                    <a:gd name="connsiteY23" fmla="*/ 239648 h 605804"/>
                    <a:gd name="connsiteX24" fmla="*/ 283673 w 514281"/>
                    <a:gd name="connsiteY24" fmla="*/ 156984 h 605804"/>
                    <a:gd name="connsiteX25" fmla="*/ 291462 w 514281"/>
                    <a:gd name="connsiteY25" fmla="*/ 168641 h 605804"/>
                    <a:gd name="connsiteX26" fmla="*/ 290071 w 514281"/>
                    <a:gd name="connsiteY26" fmla="*/ 225094 h 605804"/>
                    <a:gd name="connsiteX27" fmla="*/ 290069 w 514281"/>
                    <a:gd name="connsiteY27" fmla="*/ 225094 h 605804"/>
                    <a:gd name="connsiteX28" fmla="*/ 290069 w 514281"/>
                    <a:gd name="connsiteY28" fmla="*/ 225187 h 605804"/>
                    <a:gd name="connsiteX29" fmla="*/ 290071 w 514281"/>
                    <a:gd name="connsiteY29" fmla="*/ 225094 h 605804"/>
                    <a:gd name="connsiteX30" fmla="*/ 353496 w 514281"/>
                    <a:gd name="connsiteY30" fmla="*/ 225094 h 605804"/>
                    <a:gd name="connsiteX31" fmla="*/ 362783 w 514281"/>
                    <a:gd name="connsiteY31" fmla="*/ 247435 h 605804"/>
                    <a:gd name="connsiteX32" fmla="*/ 240014 w 514281"/>
                    <a:gd name="connsiteY32" fmla="*/ 369982 h 605804"/>
                    <a:gd name="connsiteX33" fmla="*/ 217634 w 514281"/>
                    <a:gd name="connsiteY33" fmla="*/ 359414 h 605804"/>
                    <a:gd name="connsiteX34" fmla="*/ 222927 w 514281"/>
                    <a:gd name="connsiteY34" fmla="*/ 298882 h 605804"/>
                    <a:gd name="connsiteX35" fmla="*/ 160893 w 514281"/>
                    <a:gd name="connsiteY35" fmla="*/ 298882 h 605804"/>
                    <a:gd name="connsiteX36" fmla="*/ 151606 w 514281"/>
                    <a:gd name="connsiteY36" fmla="*/ 276542 h 605804"/>
                    <a:gd name="connsiteX37" fmla="*/ 268988 w 514281"/>
                    <a:gd name="connsiteY37" fmla="*/ 159371 h 605804"/>
                    <a:gd name="connsiteX38" fmla="*/ 283673 w 514281"/>
                    <a:gd name="connsiteY38" fmla="*/ 156984 h 605804"/>
                    <a:gd name="connsiteX39" fmla="*/ 250606 w 514281"/>
                    <a:gd name="connsiteY39" fmla="*/ 114503 h 605804"/>
                    <a:gd name="connsiteX40" fmla="*/ 114784 w 514281"/>
                    <a:gd name="connsiteY40" fmla="*/ 244837 h 605804"/>
                    <a:gd name="connsiteX41" fmla="*/ 159624 w 514281"/>
                    <a:gd name="connsiteY41" fmla="*/ 362007 h 605804"/>
                    <a:gd name="connsiteX42" fmla="*/ 204001 w 514281"/>
                    <a:gd name="connsiteY42" fmla="*/ 452852 h 605804"/>
                    <a:gd name="connsiteX43" fmla="*/ 311322 w 514281"/>
                    <a:gd name="connsiteY43" fmla="*/ 452852 h 605804"/>
                    <a:gd name="connsiteX44" fmla="*/ 354678 w 514281"/>
                    <a:gd name="connsiteY44" fmla="*/ 362007 h 605804"/>
                    <a:gd name="connsiteX45" fmla="*/ 400819 w 514281"/>
                    <a:gd name="connsiteY45" fmla="*/ 258000 h 605804"/>
                    <a:gd name="connsiteX46" fmla="*/ 250606 w 514281"/>
                    <a:gd name="connsiteY46" fmla="*/ 114503 h 605804"/>
                    <a:gd name="connsiteX47" fmla="*/ 249213 w 514281"/>
                    <a:gd name="connsiteY47" fmla="*/ 88269 h 605804"/>
                    <a:gd name="connsiteX48" fmla="*/ 427556 w 514281"/>
                    <a:gd name="connsiteY48" fmla="*/ 258092 h 605804"/>
                    <a:gd name="connsiteX49" fmla="*/ 373524 w 514281"/>
                    <a:gd name="connsiteY49" fmla="*/ 381845 h 605804"/>
                    <a:gd name="connsiteX50" fmla="*/ 337874 w 514281"/>
                    <a:gd name="connsiteY50" fmla="*/ 460824 h 605804"/>
                    <a:gd name="connsiteX51" fmla="*/ 337874 w 514281"/>
                    <a:gd name="connsiteY51" fmla="*/ 571413 h 605804"/>
                    <a:gd name="connsiteX52" fmla="*/ 324598 w 514281"/>
                    <a:gd name="connsiteY52" fmla="*/ 583278 h 605804"/>
                    <a:gd name="connsiteX53" fmla="*/ 270473 w 514281"/>
                    <a:gd name="connsiteY53" fmla="*/ 583278 h 605804"/>
                    <a:gd name="connsiteX54" fmla="*/ 270473 w 514281"/>
                    <a:gd name="connsiteY54" fmla="*/ 592548 h 605804"/>
                    <a:gd name="connsiteX55" fmla="*/ 257290 w 514281"/>
                    <a:gd name="connsiteY55" fmla="*/ 605804 h 605804"/>
                    <a:gd name="connsiteX56" fmla="*/ 244014 w 514281"/>
                    <a:gd name="connsiteY56" fmla="*/ 592548 h 605804"/>
                    <a:gd name="connsiteX57" fmla="*/ 244014 w 514281"/>
                    <a:gd name="connsiteY57" fmla="*/ 583278 h 605804"/>
                    <a:gd name="connsiteX58" fmla="*/ 189890 w 514281"/>
                    <a:gd name="connsiteY58" fmla="*/ 583278 h 605804"/>
                    <a:gd name="connsiteX59" fmla="*/ 176707 w 514281"/>
                    <a:gd name="connsiteY59" fmla="*/ 570023 h 605804"/>
                    <a:gd name="connsiteX60" fmla="*/ 176707 w 514281"/>
                    <a:gd name="connsiteY60" fmla="*/ 460824 h 605804"/>
                    <a:gd name="connsiteX61" fmla="*/ 139757 w 514281"/>
                    <a:gd name="connsiteY61" fmla="*/ 380454 h 605804"/>
                    <a:gd name="connsiteX62" fmla="*/ 87025 w 514281"/>
                    <a:gd name="connsiteY62" fmla="*/ 242241 h 605804"/>
                    <a:gd name="connsiteX63" fmla="*/ 249213 w 514281"/>
                    <a:gd name="connsiteY63" fmla="*/ 88269 h 605804"/>
                    <a:gd name="connsiteX64" fmla="*/ 429815 w 514281"/>
                    <a:gd name="connsiteY64" fmla="*/ 66120 h 605804"/>
                    <a:gd name="connsiteX65" fmla="*/ 448444 w 514281"/>
                    <a:gd name="connsiteY65" fmla="*/ 84608 h 605804"/>
                    <a:gd name="connsiteX66" fmla="*/ 409280 w 514281"/>
                    <a:gd name="connsiteY66" fmla="*/ 123772 h 605804"/>
                    <a:gd name="connsiteX67" fmla="*/ 390721 w 514281"/>
                    <a:gd name="connsiteY67" fmla="*/ 105143 h 605804"/>
                    <a:gd name="connsiteX68" fmla="*/ 84820 w 514281"/>
                    <a:gd name="connsiteY68" fmla="*/ 66120 h 605804"/>
                    <a:gd name="connsiteX69" fmla="*/ 123843 w 514281"/>
                    <a:gd name="connsiteY69" fmla="*/ 105143 h 605804"/>
                    <a:gd name="connsiteX70" fmla="*/ 105284 w 514281"/>
                    <a:gd name="connsiteY70" fmla="*/ 123772 h 605804"/>
                    <a:gd name="connsiteX71" fmla="*/ 66120 w 514281"/>
                    <a:gd name="connsiteY71" fmla="*/ 84749 h 605804"/>
                    <a:gd name="connsiteX72" fmla="*/ 243945 w 514281"/>
                    <a:gd name="connsiteY72" fmla="*/ 0 h 605804"/>
                    <a:gd name="connsiteX73" fmla="*/ 270266 w 514281"/>
                    <a:gd name="connsiteY73" fmla="*/ 0 h 605804"/>
                    <a:gd name="connsiteX74" fmla="*/ 270266 w 514281"/>
                    <a:gd name="connsiteY74" fmla="*/ 55253 h 605804"/>
                    <a:gd name="connsiteX75" fmla="*/ 243945 w 514281"/>
                    <a:gd name="connsiteY75" fmla="*/ 55253 h 6058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</a:cxnLst>
                  <a:rect l="l" t="t" r="r" b="b"/>
                  <a:pathLst>
                    <a:path w="514281" h="605804">
                      <a:moveTo>
                        <a:pt x="204373" y="530626"/>
                      </a:moveTo>
                      <a:lnTo>
                        <a:pt x="204373" y="556952"/>
                      </a:lnTo>
                      <a:lnTo>
                        <a:pt x="311229" y="556952"/>
                      </a:lnTo>
                      <a:lnTo>
                        <a:pt x="311229" y="530626"/>
                      </a:lnTo>
                      <a:close/>
                      <a:moveTo>
                        <a:pt x="204373" y="479178"/>
                      </a:moveTo>
                      <a:lnTo>
                        <a:pt x="204373" y="504299"/>
                      </a:lnTo>
                      <a:lnTo>
                        <a:pt x="311229" y="504299"/>
                      </a:lnTo>
                      <a:lnTo>
                        <a:pt x="311229" y="479178"/>
                      </a:lnTo>
                      <a:close/>
                      <a:moveTo>
                        <a:pt x="458958" y="243592"/>
                      </a:moveTo>
                      <a:lnTo>
                        <a:pt x="514281" y="243592"/>
                      </a:lnTo>
                      <a:lnTo>
                        <a:pt x="514281" y="269913"/>
                      </a:lnTo>
                      <a:lnTo>
                        <a:pt x="458958" y="269913"/>
                      </a:lnTo>
                      <a:close/>
                      <a:moveTo>
                        <a:pt x="0" y="243592"/>
                      </a:moveTo>
                      <a:lnTo>
                        <a:pt x="55323" y="243592"/>
                      </a:lnTo>
                      <a:lnTo>
                        <a:pt x="55323" y="269913"/>
                      </a:lnTo>
                      <a:lnTo>
                        <a:pt x="0" y="269913"/>
                      </a:lnTo>
                      <a:close/>
                      <a:moveTo>
                        <a:pt x="263695" y="202846"/>
                      </a:moveTo>
                      <a:lnTo>
                        <a:pt x="192467" y="273946"/>
                      </a:lnTo>
                      <a:lnTo>
                        <a:pt x="237321" y="273946"/>
                      </a:lnTo>
                      <a:cubicBezTo>
                        <a:pt x="248001" y="273946"/>
                        <a:pt x="251530" y="280991"/>
                        <a:pt x="250601" y="288407"/>
                      </a:cubicBezTo>
                      <a:lnTo>
                        <a:pt x="246608" y="326599"/>
                      </a:lnTo>
                      <a:lnTo>
                        <a:pt x="320436" y="252904"/>
                      </a:lnTo>
                      <a:lnTo>
                        <a:pt x="275582" y="252904"/>
                      </a:lnTo>
                      <a:cubicBezTo>
                        <a:pt x="270010" y="252904"/>
                        <a:pt x="262302" y="250586"/>
                        <a:pt x="262302" y="239648"/>
                      </a:cubicBezTo>
                      <a:close/>
                      <a:moveTo>
                        <a:pt x="283673" y="156984"/>
                      </a:moveTo>
                      <a:cubicBezTo>
                        <a:pt x="288142" y="159139"/>
                        <a:pt x="291462" y="163635"/>
                        <a:pt x="291462" y="168641"/>
                      </a:cubicBezTo>
                      <a:lnTo>
                        <a:pt x="290071" y="225094"/>
                      </a:lnTo>
                      <a:lnTo>
                        <a:pt x="290069" y="225094"/>
                      </a:lnTo>
                      <a:lnTo>
                        <a:pt x="290069" y="225187"/>
                      </a:lnTo>
                      <a:lnTo>
                        <a:pt x="290071" y="225094"/>
                      </a:lnTo>
                      <a:lnTo>
                        <a:pt x="353496" y="225094"/>
                      </a:lnTo>
                      <a:cubicBezTo>
                        <a:pt x="367798" y="225094"/>
                        <a:pt x="370398" y="240946"/>
                        <a:pt x="362783" y="247435"/>
                      </a:cubicBezTo>
                      <a:lnTo>
                        <a:pt x="240014" y="369982"/>
                      </a:lnTo>
                      <a:cubicBezTo>
                        <a:pt x="231378" y="376749"/>
                        <a:pt x="217634" y="373041"/>
                        <a:pt x="217634" y="359414"/>
                      </a:cubicBezTo>
                      <a:lnTo>
                        <a:pt x="222927" y="298882"/>
                      </a:lnTo>
                      <a:lnTo>
                        <a:pt x="160893" y="298882"/>
                      </a:lnTo>
                      <a:cubicBezTo>
                        <a:pt x="148077" y="298882"/>
                        <a:pt x="141484" y="286646"/>
                        <a:pt x="151606" y="276542"/>
                      </a:cubicBezTo>
                      <a:lnTo>
                        <a:pt x="268988" y="159371"/>
                      </a:lnTo>
                      <a:cubicBezTo>
                        <a:pt x="273585" y="155014"/>
                        <a:pt x="279204" y="154829"/>
                        <a:pt x="283673" y="156984"/>
                      </a:cubicBezTo>
                      <a:close/>
                      <a:moveTo>
                        <a:pt x="250606" y="114503"/>
                      </a:moveTo>
                      <a:cubicBezTo>
                        <a:pt x="179399" y="118396"/>
                        <a:pt x="121375" y="173830"/>
                        <a:pt x="114784" y="244837"/>
                      </a:cubicBezTo>
                      <a:cubicBezTo>
                        <a:pt x="110792" y="289610"/>
                        <a:pt x="126667" y="331788"/>
                        <a:pt x="159624" y="362007"/>
                      </a:cubicBezTo>
                      <a:cubicBezTo>
                        <a:pt x="186083" y="387407"/>
                        <a:pt x="201680" y="419388"/>
                        <a:pt x="204001" y="452852"/>
                      </a:cubicBezTo>
                      <a:lnTo>
                        <a:pt x="311322" y="452852"/>
                      </a:lnTo>
                      <a:cubicBezTo>
                        <a:pt x="313086" y="418553"/>
                        <a:pt x="328683" y="386758"/>
                        <a:pt x="354678" y="362007"/>
                      </a:cubicBezTo>
                      <a:cubicBezTo>
                        <a:pt x="383736" y="334476"/>
                        <a:pt x="400819" y="297489"/>
                        <a:pt x="400819" y="258000"/>
                      </a:cubicBezTo>
                      <a:cubicBezTo>
                        <a:pt x="400819" y="176425"/>
                        <a:pt x="332304" y="110517"/>
                        <a:pt x="250606" y="114503"/>
                      </a:cubicBezTo>
                      <a:close/>
                      <a:moveTo>
                        <a:pt x="249213" y="88269"/>
                      </a:moveTo>
                      <a:cubicBezTo>
                        <a:pt x="346786" y="82985"/>
                        <a:pt x="427185" y="161964"/>
                        <a:pt x="427556" y="258092"/>
                      </a:cubicBezTo>
                      <a:cubicBezTo>
                        <a:pt x="427556" y="304164"/>
                        <a:pt x="407782" y="350142"/>
                        <a:pt x="373524" y="381845"/>
                      </a:cubicBezTo>
                      <a:cubicBezTo>
                        <a:pt x="351057" y="402795"/>
                        <a:pt x="337874" y="430511"/>
                        <a:pt x="337874" y="460824"/>
                      </a:cubicBezTo>
                      <a:lnTo>
                        <a:pt x="337874" y="571413"/>
                      </a:lnTo>
                      <a:cubicBezTo>
                        <a:pt x="337874" y="577995"/>
                        <a:pt x="331190" y="583278"/>
                        <a:pt x="324598" y="583278"/>
                      </a:cubicBezTo>
                      <a:lnTo>
                        <a:pt x="270473" y="583278"/>
                      </a:lnTo>
                      <a:lnTo>
                        <a:pt x="270473" y="592548"/>
                      </a:lnTo>
                      <a:cubicBezTo>
                        <a:pt x="270473" y="600428"/>
                        <a:pt x="265182" y="605804"/>
                        <a:pt x="257290" y="605804"/>
                      </a:cubicBezTo>
                      <a:cubicBezTo>
                        <a:pt x="249306" y="605804"/>
                        <a:pt x="244014" y="600428"/>
                        <a:pt x="244014" y="592548"/>
                      </a:cubicBezTo>
                      <a:lnTo>
                        <a:pt x="244014" y="583278"/>
                      </a:lnTo>
                      <a:lnTo>
                        <a:pt x="189890" y="583278"/>
                      </a:lnTo>
                      <a:cubicBezTo>
                        <a:pt x="181999" y="583278"/>
                        <a:pt x="176707" y="577995"/>
                        <a:pt x="176707" y="570023"/>
                      </a:cubicBezTo>
                      <a:lnTo>
                        <a:pt x="176707" y="460824"/>
                      </a:lnTo>
                      <a:cubicBezTo>
                        <a:pt x="176707" y="430511"/>
                        <a:pt x="163524" y="402795"/>
                        <a:pt x="139757" y="380454"/>
                      </a:cubicBezTo>
                      <a:cubicBezTo>
                        <a:pt x="101508" y="344951"/>
                        <a:pt x="83126" y="293596"/>
                        <a:pt x="87025" y="242241"/>
                      </a:cubicBezTo>
                      <a:cubicBezTo>
                        <a:pt x="95009" y="158071"/>
                        <a:pt x="164823" y="92255"/>
                        <a:pt x="249213" y="88269"/>
                      </a:cubicBezTo>
                      <a:close/>
                      <a:moveTo>
                        <a:pt x="429815" y="66120"/>
                      </a:moveTo>
                      <a:lnTo>
                        <a:pt x="448444" y="84608"/>
                      </a:lnTo>
                      <a:lnTo>
                        <a:pt x="409280" y="123772"/>
                      </a:lnTo>
                      <a:lnTo>
                        <a:pt x="390721" y="105143"/>
                      </a:lnTo>
                      <a:close/>
                      <a:moveTo>
                        <a:pt x="84820" y="66120"/>
                      </a:moveTo>
                      <a:lnTo>
                        <a:pt x="123843" y="105143"/>
                      </a:lnTo>
                      <a:lnTo>
                        <a:pt x="105284" y="123772"/>
                      </a:lnTo>
                      <a:lnTo>
                        <a:pt x="66120" y="84749"/>
                      </a:lnTo>
                      <a:close/>
                      <a:moveTo>
                        <a:pt x="243945" y="0"/>
                      </a:moveTo>
                      <a:lnTo>
                        <a:pt x="270266" y="0"/>
                      </a:lnTo>
                      <a:lnTo>
                        <a:pt x="270266" y="55253"/>
                      </a:lnTo>
                      <a:lnTo>
                        <a:pt x="243945" y="552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latin typeface=""/>
                    <a:ea typeface="微软雅黑" panose="020B0503020204020204" pitchFamily="34" charset="-122"/>
                    <a:sym typeface=""/>
                  </a:endParaRPr>
                </a:p>
              </p:txBody>
            </p:sp>
          </p:grp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DDF1B449-DAD6-47B6-A481-5D94B4AE49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6950" y="-776742"/>
                <a:ext cx="0" cy="429532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83491053-8467-4262-8651-B6A4FE1DBBB1}"/>
                  </a:ext>
                </a:extLst>
              </p:cNvPr>
              <p:cNvSpPr/>
              <p:nvPr/>
            </p:nvSpPr>
            <p:spPr>
              <a:xfrm rot="5400000">
                <a:off x="2443292" y="-584836"/>
                <a:ext cx="53036" cy="4572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"/>
                  <a:ea typeface="微软雅黑" panose="020B0503020204020204" pitchFamily="34" charset="-122"/>
                  <a:sym typeface=""/>
                </a:endParaRP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628D99E2-BCA2-4527-A8DB-689D4A1C9724}"/>
                  </a:ext>
                </a:extLst>
              </p:cNvPr>
              <p:cNvSpPr txBox="1"/>
              <p:nvPr/>
            </p:nvSpPr>
            <p:spPr>
              <a:xfrm>
                <a:off x="2492670" y="-746642"/>
                <a:ext cx="58038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选中图片</a:t>
                </a:r>
                <a:r>
                  <a:rPr lang="en-US" altLang="zh-CN" dirty="0">
                    <a:latin typeface=""/>
                    <a:ea typeface="微软雅黑" panose="020B0503020204020204" pitchFamily="34" charset="-122"/>
                    <a:sym typeface=""/>
                  </a:rPr>
                  <a:t>Delete</a:t>
                </a:r>
                <a:r>
                  <a:rPr lang="zh-CN" altLang="en-US" dirty="0">
                    <a:latin typeface=""/>
                    <a:ea typeface="微软雅黑" panose="020B0503020204020204" pitchFamily="34" charset="-122"/>
                    <a:sym typeface=""/>
                  </a:rPr>
                  <a:t>，点击中间图标即可插入新图片</a:t>
                </a:r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6526BE1-2229-4F4D-A0FF-392C8912E9DF}"/>
                </a:ext>
              </a:extLst>
            </p:cNvPr>
            <p:cNvSpPr txBox="1"/>
            <p:nvPr/>
          </p:nvSpPr>
          <p:spPr>
            <a:xfrm>
              <a:off x="6582625" y="-626246"/>
              <a:ext cx="188305" cy="425834"/>
            </a:xfrm>
            <a:custGeom>
              <a:avLst/>
              <a:gdLst/>
              <a:ahLst/>
              <a:cxnLst/>
              <a:rect l="l" t="t" r="r" b="b"/>
              <a:pathLst>
                <a:path w="188305" h="425834">
                  <a:moveTo>
                    <a:pt x="137517" y="318455"/>
                  </a:moveTo>
                  <a:cubicBezTo>
                    <a:pt x="151358" y="318455"/>
                    <a:pt x="161479" y="320222"/>
                    <a:pt x="167878" y="323757"/>
                  </a:cubicBezTo>
                  <a:cubicBezTo>
                    <a:pt x="174278" y="327291"/>
                    <a:pt x="179282" y="333003"/>
                    <a:pt x="182891" y="340890"/>
                  </a:cubicBezTo>
                  <a:cubicBezTo>
                    <a:pt x="186500" y="348778"/>
                    <a:pt x="188305" y="358303"/>
                    <a:pt x="188305" y="369465"/>
                  </a:cubicBezTo>
                  <a:cubicBezTo>
                    <a:pt x="188305" y="381669"/>
                    <a:pt x="186333" y="392069"/>
                    <a:pt x="182389" y="400664"/>
                  </a:cubicBezTo>
                  <a:cubicBezTo>
                    <a:pt x="178445" y="409258"/>
                    <a:pt x="173478" y="414951"/>
                    <a:pt x="167488" y="417742"/>
                  </a:cubicBezTo>
                  <a:cubicBezTo>
                    <a:pt x="161497" y="420532"/>
                    <a:pt x="151321" y="421927"/>
                    <a:pt x="136959" y="421927"/>
                  </a:cubicBezTo>
                  <a:lnTo>
                    <a:pt x="129815" y="421927"/>
                  </a:lnTo>
                  <a:lnTo>
                    <a:pt x="129815" y="378283"/>
                  </a:lnTo>
                  <a:lnTo>
                    <a:pt x="143210" y="378283"/>
                  </a:lnTo>
                  <a:cubicBezTo>
                    <a:pt x="149461" y="378283"/>
                    <a:pt x="153442" y="377725"/>
                    <a:pt x="155153" y="376609"/>
                  </a:cubicBezTo>
                  <a:cubicBezTo>
                    <a:pt x="156865" y="375493"/>
                    <a:pt x="157721" y="373633"/>
                    <a:pt x="157721" y="371028"/>
                  </a:cubicBezTo>
                  <a:cubicBezTo>
                    <a:pt x="157721" y="368200"/>
                    <a:pt x="156566" y="366061"/>
                    <a:pt x="154258" y="364610"/>
                  </a:cubicBezTo>
                  <a:cubicBezTo>
                    <a:pt x="151949" y="363159"/>
                    <a:pt x="148449" y="362433"/>
                    <a:pt x="143758" y="362433"/>
                  </a:cubicBezTo>
                  <a:cubicBezTo>
                    <a:pt x="137727" y="362433"/>
                    <a:pt x="133184" y="363249"/>
                    <a:pt x="130131" y="364880"/>
                  </a:cubicBezTo>
                  <a:cubicBezTo>
                    <a:pt x="127078" y="366438"/>
                    <a:pt x="123395" y="370865"/>
                    <a:pt x="119082" y="378160"/>
                  </a:cubicBezTo>
                  <a:cubicBezTo>
                    <a:pt x="106667" y="399078"/>
                    <a:pt x="96478" y="412254"/>
                    <a:pt x="88516" y="417686"/>
                  </a:cubicBezTo>
                  <a:cubicBezTo>
                    <a:pt x="80553" y="423118"/>
                    <a:pt x="67717" y="425834"/>
                    <a:pt x="50006" y="425834"/>
                  </a:cubicBezTo>
                  <a:cubicBezTo>
                    <a:pt x="37133" y="425834"/>
                    <a:pt x="27645" y="424327"/>
                    <a:pt x="21543" y="421313"/>
                  </a:cubicBezTo>
                  <a:cubicBezTo>
                    <a:pt x="15441" y="418300"/>
                    <a:pt x="10325" y="412477"/>
                    <a:pt x="6195" y="403845"/>
                  </a:cubicBezTo>
                  <a:cubicBezTo>
                    <a:pt x="2065" y="395213"/>
                    <a:pt x="0" y="385167"/>
                    <a:pt x="0" y="373707"/>
                  </a:cubicBezTo>
                  <a:cubicBezTo>
                    <a:pt x="0" y="361131"/>
                    <a:pt x="2381" y="350397"/>
                    <a:pt x="7144" y="341504"/>
                  </a:cubicBezTo>
                  <a:cubicBezTo>
                    <a:pt x="11906" y="332612"/>
                    <a:pt x="17971" y="326789"/>
                    <a:pt x="25338" y="324036"/>
                  </a:cubicBezTo>
                  <a:cubicBezTo>
                    <a:pt x="32705" y="321282"/>
                    <a:pt x="43160" y="319906"/>
                    <a:pt x="56704" y="319906"/>
                  </a:cubicBezTo>
                  <a:lnTo>
                    <a:pt x="68535" y="319906"/>
                  </a:lnTo>
                  <a:lnTo>
                    <a:pt x="68535" y="363549"/>
                  </a:lnTo>
                  <a:lnTo>
                    <a:pt x="46546" y="363549"/>
                  </a:lnTo>
                  <a:cubicBezTo>
                    <a:pt x="39774" y="363549"/>
                    <a:pt x="35421" y="364163"/>
                    <a:pt x="33486" y="365391"/>
                  </a:cubicBezTo>
                  <a:cubicBezTo>
                    <a:pt x="31552" y="366619"/>
                    <a:pt x="30584" y="368796"/>
                    <a:pt x="30584" y="371921"/>
                  </a:cubicBezTo>
                  <a:cubicBezTo>
                    <a:pt x="30584" y="375046"/>
                    <a:pt x="31812" y="377372"/>
                    <a:pt x="34268" y="378897"/>
                  </a:cubicBezTo>
                  <a:cubicBezTo>
                    <a:pt x="36723" y="380423"/>
                    <a:pt x="40370" y="381186"/>
                    <a:pt x="45207" y="381186"/>
                  </a:cubicBezTo>
                  <a:cubicBezTo>
                    <a:pt x="55848" y="381186"/>
                    <a:pt x="62806" y="379735"/>
                    <a:pt x="66080" y="376832"/>
                  </a:cubicBezTo>
                  <a:cubicBezTo>
                    <a:pt x="69354" y="373856"/>
                    <a:pt x="74823" y="366526"/>
                    <a:pt x="82488" y="354843"/>
                  </a:cubicBezTo>
                  <a:cubicBezTo>
                    <a:pt x="90227" y="343160"/>
                    <a:pt x="95845" y="335421"/>
                    <a:pt x="99343" y="331626"/>
                  </a:cubicBezTo>
                  <a:cubicBezTo>
                    <a:pt x="102840" y="327831"/>
                    <a:pt x="107677" y="324687"/>
                    <a:pt x="113854" y="322194"/>
                  </a:cubicBezTo>
                  <a:cubicBezTo>
                    <a:pt x="120030" y="319701"/>
                    <a:pt x="127918" y="318455"/>
                    <a:pt x="137517" y="318455"/>
                  </a:cubicBezTo>
                  <a:close/>
                  <a:moveTo>
                    <a:pt x="107603" y="245529"/>
                  </a:moveTo>
                  <a:cubicBezTo>
                    <a:pt x="107528" y="246868"/>
                    <a:pt x="107491" y="248022"/>
                    <a:pt x="107491" y="248989"/>
                  </a:cubicBezTo>
                  <a:cubicBezTo>
                    <a:pt x="107491" y="253305"/>
                    <a:pt x="108552" y="256300"/>
                    <a:pt x="110672" y="257975"/>
                  </a:cubicBezTo>
                  <a:cubicBezTo>
                    <a:pt x="112793" y="259649"/>
                    <a:pt x="117202" y="260486"/>
                    <a:pt x="123900" y="260486"/>
                  </a:cubicBezTo>
                  <a:lnTo>
                    <a:pt x="138745" y="260486"/>
                  </a:lnTo>
                  <a:cubicBezTo>
                    <a:pt x="144922" y="260486"/>
                    <a:pt x="148940" y="259519"/>
                    <a:pt x="150800" y="257584"/>
                  </a:cubicBezTo>
                  <a:cubicBezTo>
                    <a:pt x="152661" y="255649"/>
                    <a:pt x="153591" y="251631"/>
                    <a:pt x="153591" y="245529"/>
                  </a:cubicBezTo>
                  <a:close/>
                  <a:moveTo>
                    <a:pt x="3795" y="198536"/>
                  </a:moveTo>
                  <a:lnTo>
                    <a:pt x="184510" y="198536"/>
                  </a:lnTo>
                  <a:lnTo>
                    <a:pt x="184510" y="245864"/>
                  </a:lnTo>
                  <a:cubicBezTo>
                    <a:pt x="184510" y="258663"/>
                    <a:pt x="183505" y="268504"/>
                    <a:pt x="181496" y="275387"/>
                  </a:cubicBezTo>
                  <a:cubicBezTo>
                    <a:pt x="179487" y="282271"/>
                    <a:pt x="176585" y="287443"/>
                    <a:pt x="172790" y="290903"/>
                  </a:cubicBezTo>
                  <a:cubicBezTo>
                    <a:pt x="168994" y="294363"/>
                    <a:pt x="164399" y="296707"/>
                    <a:pt x="159004" y="297935"/>
                  </a:cubicBezTo>
                  <a:cubicBezTo>
                    <a:pt x="153609" y="299163"/>
                    <a:pt x="145256" y="299777"/>
                    <a:pt x="133945" y="299777"/>
                  </a:cubicBezTo>
                  <a:lnTo>
                    <a:pt x="118207" y="299777"/>
                  </a:lnTo>
                  <a:cubicBezTo>
                    <a:pt x="106673" y="299777"/>
                    <a:pt x="98264" y="298586"/>
                    <a:pt x="92981" y="296205"/>
                  </a:cubicBezTo>
                  <a:cubicBezTo>
                    <a:pt x="87697" y="293824"/>
                    <a:pt x="83642" y="289452"/>
                    <a:pt x="80814" y="283089"/>
                  </a:cubicBezTo>
                  <a:cubicBezTo>
                    <a:pt x="77986" y="276727"/>
                    <a:pt x="76572" y="268411"/>
                    <a:pt x="76572" y="258142"/>
                  </a:cubicBezTo>
                  <a:lnTo>
                    <a:pt x="76572" y="245529"/>
                  </a:lnTo>
                  <a:lnTo>
                    <a:pt x="3795" y="245529"/>
                  </a:lnTo>
                  <a:close/>
                  <a:moveTo>
                    <a:pt x="3795" y="122336"/>
                  </a:moveTo>
                  <a:lnTo>
                    <a:pt x="184510" y="122336"/>
                  </a:lnTo>
                  <a:lnTo>
                    <a:pt x="184510" y="169329"/>
                  </a:lnTo>
                  <a:lnTo>
                    <a:pt x="3795" y="169329"/>
                  </a:lnTo>
                  <a:close/>
                  <a:moveTo>
                    <a:pt x="148345" y="0"/>
                  </a:moveTo>
                  <a:lnTo>
                    <a:pt x="184510" y="0"/>
                  </a:lnTo>
                  <a:lnTo>
                    <a:pt x="184510" y="102691"/>
                  </a:lnTo>
                  <a:lnTo>
                    <a:pt x="148345" y="102691"/>
                  </a:lnTo>
                  <a:lnTo>
                    <a:pt x="148345" y="74786"/>
                  </a:lnTo>
                  <a:lnTo>
                    <a:pt x="3795" y="74786"/>
                  </a:lnTo>
                  <a:lnTo>
                    <a:pt x="3795" y="27793"/>
                  </a:lnTo>
                  <a:lnTo>
                    <a:pt x="148345" y="277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30000"/>
                </a:lnSpc>
              </a:pPr>
              <a:endParaRPr lang="zh-CN" altLang="en-US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"/>
                <a:ea typeface="微软雅黑" panose="020B0503020204020204" pitchFamily="34" charset="-122"/>
                <a:sym typeface="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AF9E7BDE-9311-46CB-8769-3D3DDAAFE2EF}"/>
              </a:ext>
            </a:extLst>
          </p:cNvPr>
          <p:cNvSpPr txBox="1"/>
          <p:nvPr/>
        </p:nvSpPr>
        <p:spPr>
          <a:xfrm>
            <a:off x="706120" y="251106"/>
            <a:ext cx="9664564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3200" b="1" dirty="0">
                <a:gradFill>
                  <a:gsLst>
                    <a:gs pos="0">
                      <a:schemeClr val="accent2"/>
                    </a:gs>
                    <a:gs pos="54000">
                      <a:schemeClr val="accent1"/>
                    </a:gs>
                    <a:gs pos="100000">
                      <a:schemeClr val="accent1"/>
                    </a:gs>
                  </a:gsLst>
                  <a:lin ang="2700000" scaled="1"/>
                </a:gradFill>
                <a:effectLst>
                  <a:outerShdw dist="38100" dir="2700000" algn="tl" rotWithShape="0">
                    <a:schemeClr val="accent1">
                      <a:alpha val="16000"/>
                    </a:schemeClr>
                  </a:outerShdw>
                </a:effectLst>
                <a:latin typeface=""/>
                <a:ea typeface="微软雅黑" panose="020B0503020204020204" pitchFamily="34" charset="-122"/>
              </a:rPr>
              <a:t>实验报告</a:t>
            </a:r>
            <a:endParaRPr lang="zh-CN" altLang="en-US" sz="3200" b="1" dirty="0">
              <a:gradFill>
                <a:gsLst>
                  <a:gs pos="0">
                    <a:schemeClr val="accent2"/>
                  </a:gs>
                  <a:gs pos="54000">
                    <a:schemeClr val="accent1"/>
                  </a:gs>
                  <a:gs pos="100000">
                    <a:schemeClr val="accent1"/>
                  </a:gs>
                </a:gsLst>
                <a:lin ang="2700000" scaled="1"/>
              </a:gradFill>
              <a:effectLst>
                <a:outerShdw dist="38100" dir="2700000" algn="tl" rotWithShape="0">
                  <a:schemeClr val="accent1">
                    <a:alpha val="16000"/>
                  </a:schemeClr>
                </a:outerShdw>
              </a:effectLst>
              <a:latin typeface=""/>
              <a:ea typeface="微软雅黑" panose="020B0503020204020204" pitchFamily="34" charset="-122"/>
              <a:cs typeface="OPPOSans B" panose="00020600040101010101" pitchFamily="18" charset="-122"/>
              <a:sym typeface="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75E594-A18B-411D-B245-32EF267D282E}"/>
              </a:ext>
            </a:extLst>
          </p:cNvPr>
          <p:cNvSpPr txBox="1"/>
          <p:nvPr/>
        </p:nvSpPr>
        <p:spPr>
          <a:xfrm>
            <a:off x="715343" y="1218095"/>
            <a:ext cx="10761314" cy="3876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实验设计</a:t>
            </a:r>
            <a:r>
              <a:rPr lang="zh-CN" altLang="en-US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（简述思路）</a:t>
            </a:r>
            <a:endParaRPr lang="zh-CN" altLang="zh-CN" sz="32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bubble_sort.asm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源代码和注释</a:t>
            </a: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bubble_sort.exe</a:t>
            </a: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的测试过程和截图</a:t>
            </a:r>
          </a:p>
          <a:p>
            <a:pPr marL="342900" lvl="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zh-CN" altLang="zh-CN" sz="32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汇编语言数组操作知识点的总结</a:t>
            </a:r>
          </a:p>
        </p:txBody>
      </p:sp>
    </p:spTree>
    <p:extLst>
      <p:ext uri="{BB962C8B-B14F-4D97-AF65-F5344CB8AC3E}">
        <p14:creationId xmlns:p14="http://schemas.microsoft.com/office/powerpoint/2010/main" val="737959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E0C6E"/>
      </a:accent1>
      <a:accent2>
        <a:srgbClr val="983D8B"/>
      </a:accent2>
      <a:accent3>
        <a:srgbClr val="B26DA8"/>
      </a:accent3>
      <a:accent4>
        <a:srgbClr val="CB9EC5"/>
      </a:accent4>
      <a:accent5>
        <a:srgbClr val="7E0C6E"/>
      </a:accent5>
      <a:accent6>
        <a:srgbClr val="983D8B"/>
      </a:accent6>
      <a:hlink>
        <a:srgbClr val="B26DA8"/>
      </a:hlink>
      <a:folHlink>
        <a:srgbClr val="CB9E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4249</TotalTime>
  <Words>864</Words>
  <Application>Microsoft Office PowerPoint</Application>
  <PresentationFormat>宽屏</PresentationFormat>
  <Paragraphs>115</Paragraphs>
  <Slides>22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等线</vt:lpstr>
      <vt:lpstr>方正姚体</vt:lpstr>
      <vt:lpstr>宋体</vt:lpstr>
      <vt:lpstr>Arial</vt:lpstr>
      <vt:lpstr>Calibri</vt:lpstr>
      <vt:lpstr>Courier New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琮弋 邓</cp:lastModifiedBy>
  <cp:revision>65</cp:revision>
  <dcterms:created xsi:type="dcterms:W3CDTF">2020-05-18T06:41:58Z</dcterms:created>
  <dcterms:modified xsi:type="dcterms:W3CDTF">2024-10-17T08:30:55Z</dcterms:modified>
</cp:coreProperties>
</file>