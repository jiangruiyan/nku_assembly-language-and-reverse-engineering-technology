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9" r:id="rId2"/>
    <p:sldId id="353" r:id="rId3"/>
    <p:sldId id="362" r:id="rId4"/>
    <p:sldId id="363" r:id="rId5"/>
    <p:sldId id="364" r:id="rId6"/>
    <p:sldId id="365" r:id="rId7"/>
    <p:sldId id="366" r:id="rId8"/>
    <p:sldId id="367" r:id="rId9"/>
    <p:sldId id="368" r:id="rId10"/>
    <p:sldId id="34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邓 琮弋" initials="邓" lastIdx="1" clrIdx="0">
    <p:extLst>
      <p:ext uri="{19B8F6BF-5375-455C-9EA6-DF929625EA0E}">
        <p15:presenceInfo xmlns:p15="http://schemas.microsoft.com/office/powerpoint/2012/main" userId="b8725204f13f932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1" autoAdjust="0"/>
    <p:restoredTop sz="86626" autoAdjust="0"/>
  </p:normalViewPr>
  <p:slideViewPr>
    <p:cSldViewPr snapToGrid="0">
      <p:cViewPr varScale="1">
        <p:scale>
          <a:sx n="98" d="100"/>
          <a:sy n="98" d="100"/>
        </p:scale>
        <p:origin x="114" y="-12"/>
      </p:cViewPr>
      <p:guideLst>
        <p:guide pos="415"/>
        <p:guide pos="7265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452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266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D763B-7102-CCF5-4BFD-797F697AA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7B6140-1331-DC9E-3AEF-50C18EC5D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5589D7-C608-ECDC-296C-2D1BAC468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3F58AC-32CD-C916-51CB-E00567BC6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400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A21F7-A4C7-D516-56A6-25FD630FB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7E9B31-39A7-7015-7077-60078B24C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827C1D-5309-9976-931E-66812CCFE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F631F1-A498-6CED-B29D-57D806E01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426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735FE-6ED8-BB6D-92F1-3E4B43E3A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E3FD90-2814-480F-32D1-496CA3F95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9411EE-BCC8-B70A-4A15-3471AD1B5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512D96-9B92-3BDE-2540-14374AA30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397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967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  <a:t>2024年11月26日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DEAE36E-49CE-4FD2-A89B-93B59BB486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7B6B2510-D192-43DB-B7BF-5EFDD13C83C8}"/>
              </a:ext>
            </a:extLst>
          </p:cNvPr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FAB3CE2-7F36-4AC9-AB49-E9C74065D5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4CF50560-2190-4576-A880-46A71332D9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F691610-7496-4691-8DA4-2BF5C662F2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>
            <a:extLst>
              <a:ext uri="{FF2B5EF4-FFF2-40B4-BE49-F238E27FC236}">
                <a16:creationId xmlns:a16="http://schemas.microsoft.com/office/drawing/2014/main" id="{E72F19DE-C933-4780-A9D5-5E3A9F568DDF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71E3773-541B-45DF-AAE2-F3E8FFBA5ACD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</p:spTree>
    <p:extLst>
      <p:ext uri="{BB962C8B-B14F-4D97-AF65-F5344CB8AC3E}">
        <p14:creationId xmlns:p14="http://schemas.microsoft.com/office/powerpoint/2010/main" val="3773770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  <a:t>2024年11月26日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A866AF-CBFF-4C86-BA67-F57674E8EA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987AFC30-0CB1-4131-8AD1-611EA0244966}"/>
              </a:ext>
            </a:extLst>
          </p:cNvPr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C7761ED-316B-4AE1-A021-254B2F5CD0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EED8D39C-821D-47EE-BD55-1FE1782760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1EF8460B-605A-4CA8-947B-343AFD9F23B6}"/>
              </a:ext>
            </a:extLst>
          </p:cNvPr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55100BB-0432-4179-A29E-EEB5A4B8787C}"/>
              </a:ext>
            </a:extLst>
          </p:cNvPr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9800CBB8-382E-4297-8D6A-9F3DBC1FE2DA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12C5CEF0-4329-452D-A297-35B9DC34B894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5E49BFA-A960-4E35-903B-1897E749948E}"/>
              </a:ext>
            </a:extLst>
          </p:cNvPr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DFB85FE9-2C21-472B-AAAA-BF22B9BF222D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C3D38E28-B9F5-47DD-AF00-F89CD4302A06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65C5B11-A62F-4D79-B635-6FBB96A4AEC9}"/>
              </a:ext>
            </a:extLst>
          </p:cNvPr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50AED6A3-0F83-4155-9EE2-13D2E46D5AFB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2A9DCE57-A921-4984-AFA7-DBDDCDCE61E6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>
            <a:extLst>
              <a:ext uri="{FF2B5EF4-FFF2-40B4-BE49-F238E27FC236}">
                <a16:creationId xmlns:a16="http://schemas.microsoft.com/office/drawing/2014/main" id="{A8BD827C-BE4B-4E1A-88E5-F73C351928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>
            <a:extLst>
              <a:ext uri="{FF2B5EF4-FFF2-40B4-BE49-F238E27FC236}">
                <a16:creationId xmlns:a16="http://schemas.microsoft.com/office/drawing/2014/main" id="{A9B9B316-9FF5-4EB7-992D-492851A87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>
            <a:extLst>
              <a:ext uri="{FF2B5EF4-FFF2-40B4-BE49-F238E27FC236}">
                <a16:creationId xmlns:a16="http://schemas.microsoft.com/office/drawing/2014/main" id="{403969BD-68AD-4CFC-B767-A6888CAEFA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E306EE0-12D4-47EF-B90C-0A0A11721E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04C5E518-740F-4A9C-AFD4-3655088CC4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21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2C55F21E-5046-4A19-9519-EDF76DD994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4965D6D8-71F1-40FF-BAE1-CAB1438E35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85417601-2881-4637-B17F-CF0977894B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99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AF22D12-7BD8-4802-B35A-AC6A517FAA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4717B2-31B8-4E92-BDC1-85A8064411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>
            <a:extLst>
              <a:ext uri="{FF2B5EF4-FFF2-40B4-BE49-F238E27FC236}">
                <a16:creationId xmlns:a16="http://schemas.microsoft.com/office/drawing/2014/main" id="{1C0B404B-7FE1-4A2E-BAA6-98454F02B4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>
            <a:extLst>
              <a:ext uri="{FF2B5EF4-FFF2-40B4-BE49-F238E27FC236}">
                <a16:creationId xmlns:a16="http://schemas.microsoft.com/office/drawing/2014/main" id="{047E7C01-3DCE-455E-BD4E-D920D2FEB5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>
            <a:extLst>
              <a:ext uri="{FF2B5EF4-FFF2-40B4-BE49-F238E27FC236}">
                <a16:creationId xmlns:a16="http://schemas.microsoft.com/office/drawing/2014/main" id="{6F7AD09C-1494-45C9-922C-30BCBEFF91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6454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9044961-BE02-43FC-A441-D6C0F8F369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>
            <a:extLst>
              <a:ext uri="{FF2B5EF4-FFF2-40B4-BE49-F238E27FC236}">
                <a16:creationId xmlns:a16="http://schemas.microsoft.com/office/drawing/2014/main" id="{52559BC3-F9A4-4544-8899-8AA9CE393D38}"/>
              </a:ext>
            </a:extLst>
          </p:cNvPr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B584A6D6-AB44-4DEE-A97F-6A25FB4BE7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635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>
            <a:extLst>
              <a:ext uri="{FF2B5EF4-FFF2-40B4-BE49-F238E27FC236}">
                <a16:creationId xmlns:a16="http://schemas.microsoft.com/office/drawing/2014/main" id="{785AFE29-EA95-4251-A3A9-674E8205AA9F}"/>
              </a:ext>
            </a:extLst>
          </p:cNvPr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>
            <a:extLst>
              <a:ext uri="{FF2B5EF4-FFF2-40B4-BE49-F238E27FC236}">
                <a16:creationId xmlns:a16="http://schemas.microsoft.com/office/drawing/2014/main" id="{B59C19AF-9414-469B-9133-A614C2493A5C}"/>
              </a:ext>
            </a:extLst>
          </p:cNvPr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805E5244-F9CA-44E2-9488-5C3885FF803F}"/>
              </a:ext>
            </a:extLst>
          </p:cNvPr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A2849A6-E3DE-466E-8203-308FA2624B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>
            <a:extLst>
              <a:ext uri="{FF2B5EF4-FFF2-40B4-BE49-F238E27FC236}">
                <a16:creationId xmlns:a16="http://schemas.microsoft.com/office/drawing/2014/main" id="{52559BC3-F9A4-4544-8899-8AA9CE393D38}"/>
              </a:ext>
            </a:extLst>
          </p:cNvPr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B584A6D6-AB44-4DEE-A97F-6A25FB4BE7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>
            <a:extLst>
              <a:ext uri="{FF2B5EF4-FFF2-40B4-BE49-F238E27FC236}">
                <a16:creationId xmlns:a16="http://schemas.microsoft.com/office/drawing/2014/main" id="{A9ED9AC2-4BF5-46F3-B2BF-33B92A780B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>
            <a:extLst>
              <a:ext uri="{FF2B5EF4-FFF2-40B4-BE49-F238E27FC236}">
                <a16:creationId xmlns:a16="http://schemas.microsoft.com/office/drawing/2014/main" id="{7602DC49-0295-49C4-8C52-493086A4DC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>
            <a:extLst>
              <a:ext uri="{FF2B5EF4-FFF2-40B4-BE49-F238E27FC236}">
                <a16:creationId xmlns:a16="http://schemas.microsoft.com/office/drawing/2014/main" id="{29E3E4D4-C6B8-45BE-A34B-E8C970A6C3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474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E82C0BB-97E3-4E59-8E6D-E28ADA9A1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>
            <a:extLst>
              <a:ext uri="{FF2B5EF4-FFF2-40B4-BE49-F238E27FC236}">
                <a16:creationId xmlns:a16="http://schemas.microsoft.com/office/drawing/2014/main" id="{1A42AABA-2338-4F73-BC3D-B11D310B7B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415EDA-DD8D-44A9-A68B-5AE5CAC2B8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56FD032-69D6-4CC3-BB83-C57F4E47CDBE}"/>
              </a:ext>
            </a:extLst>
          </p:cNvPr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B07026F4-28F6-4291-87F1-1BEC01F3FCC7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3CB7D44-B5F3-45B5-A9D7-8FD363BC3A98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59F2D58-A8B4-49B0-B796-E615E886C4C8}"/>
              </a:ext>
            </a:extLst>
          </p:cNvPr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71F6D4A5-212A-45AE-B9E2-836BB7F33432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4F5CCA15-D0EA-4214-8C1E-5A37D98F59DF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0924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17571F1-7F19-4F2C-9E1B-F1D60A1C11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FA148D0-4773-4F29-9655-EEA355885918}"/>
              </a:ext>
            </a:extLst>
          </p:cNvPr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84803EE-5490-4695-979E-A30164C67EB5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740A0D5-DDB8-4AFA-804C-31518CA3175A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4EA144E-FC4A-43B0-BC57-E142F6F96F44}"/>
              </a:ext>
            </a:extLst>
          </p:cNvPr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DE14F4D-5ECD-4C8D-A796-7C9A4CB79471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B8D1488-0BD5-4694-AA4B-E2432FEA9C62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CBA056-C739-470A-9AF6-D180CAB88A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2FDF48-3F79-4136-B902-DA97960B8A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972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  <a:t>2024年11月26日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  <a:t>2024年11月26日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  <a:t>2024年11月26日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  <a:t>2024年11月26日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  <a:t>2024年11月26日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  <a:t>2024年11月26日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  <a:t>2024年11月26日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  <a:t>2024年11月26日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1" r:id="rId3"/>
    <p:sldLayoutId id="2147483652" r:id="rId4"/>
    <p:sldLayoutId id="2147483650" r:id="rId5"/>
    <p:sldLayoutId id="2147483660" r:id="rId6"/>
    <p:sldLayoutId id="2147483661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53" r:id="rId13"/>
    <p:sldLayoutId id="2147483654" r:id="rId14"/>
    <p:sldLayoutId id="2147483655" r:id="rId15"/>
    <p:sldLayoutId id="2147483656" r:id="rId16"/>
    <p:sldLayoutId id="2147483657" r:id="rId17"/>
    <p:sldLayoutId id="2147483658" r:id="rId18"/>
    <p:sldLayoutId id="2147483659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>
            <a:extLst>
              <a:ext uri="{FF2B5EF4-FFF2-40B4-BE49-F238E27FC236}">
                <a16:creationId xmlns:a16="http://schemas.microsoft.com/office/drawing/2014/main" id="{46B9712C-BA09-4F13-9BA2-AED347238ED5}"/>
              </a:ext>
            </a:extLst>
          </p:cNvPr>
          <p:cNvSpPr txBox="1">
            <a:spLocks/>
          </p:cNvSpPr>
          <p:nvPr/>
        </p:nvSpPr>
        <p:spPr>
          <a:xfrm>
            <a:off x="1517396" y="1753802"/>
            <a:ext cx="9157208" cy="2256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"/>
                <a:ea typeface="微软雅黑" panose="020B0503020204020204" pitchFamily="34" charset="-122"/>
                <a:sym typeface=""/>
              </a:rPr>
              <a:t>Lab8 - </a:t>
            </a:r>
            <a:r>
              <a:rPr lang="en-US" altLang="zh-CN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"/>
                <a:ea typeface="微软雅黑" panose="020B0503020204020204" pitchFamily="34" charset="-122"/>
                <a:sym typeface=""/>
              </a:rPr>
              <a:t>REChallenge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"/>
              <a:ea typeface="微软雅黑" panose="020B0503020204020204" pitchFamily="34" charset="-122"/>
              <a:sym typeface=""/>
            </a:endParaRPr>
          </a:p>
        </p:txBody>
      </p:sp>
      <p:sp>
        <p:nvSpPr>
          <p:cNvPr id="22" name="内容占位符 14">
            <a:extLst>
              <a:ext uri="{FF2B5EF4-FFF2-40B4-BE49-F238E27FC236}">
                <a16:creationId xmlns:a16="http://schemas.microsoft.com/office/drawing/2014/main" id="{F8ECA188-EDBA-4335-8A11-A348ED1FD957}"/>
              </a:ext>
            </a:extLst>
          </p:cNvPr>
          <p:cNvSpPr txBox="1">
            <a:spLocks/>
          </p:cNvSpPr>
          <p:nvPr/>
        </p:nvSpPr>
        <p:spPr>
          <a:xfrm>
            <a:off x="2859872" y="3992857"/>
            <a:ext cx="6472255" cy="104336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邓琮弋</a:t>
            </a:r>
            <a:endParaRPr lang="en-US" altLang="zh-CN" sz="2400" dirty="0">
              <a:latin typeface="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400" dirty="0">
                <a:latin typeface=""/>
                <a:ea typeface="微软雅黑" panose="020B0503020204020204" pitchFamily="34" charset="-122"/>
              </a:rPr>
              <a:t>2024</a:t>
            </a: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atin typeface="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月</a:t>
            </a:r>
            <a:endParaRPr lang="zh-CN" altLang="en-US" sz="2400" dirty="0">
              <a:latin typeface=""/>
              <a:ea typeface="微软雅黑" panose="020B0503020204020204" pitchFamily="34" charset="-122"/>
              <a:sym typeface="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40A08AA-29C1-4F37-ACEA-2C9B87A377F8}"/>
              </a:ext>
            </a:extLst>
          </p:cNvPr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E0B776C-D310-45D7-A0CF-E6CE8CA5E631}"/>
                </a:ext>
              </a:extLst>
            </p:cNvPr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92991FE-ACED-47FF-9518-9AA593CEF89B}"/>
                </a:ext>
              </a:extLst>
            </p:cNvPr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45A2789-8087-4E0D-9920-E62D1F9D9248}"/>
                </a:ext>
              </a:extLst>
            </p:cNvPr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A5E36DE7-C9F1-4329-AA00-01E6E51F14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1355F5AB-38CC-4F62-A0A1-BDAE14F99D1B}"/>
              </a:ext>
            </a:extLst>
          </p:cNvPr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B96CD09-B1CF-4B4B-87F6-7221B032C61E}"/>
                </a:ext>
              </a:extLst>
            </p:cNvPr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EB09B1B-39FB-4D45-8774-3573AE9D5FFA}"/>
                </a:ext>
              </a:extLst>
            </p:cNvPr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094D75E6-DA2C-43EA-8C19-B310CEF1B47A}"/>
                </a:ext>
              </a:extLst>
            </p:cNvPr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130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AABB4-78F2-2F45-2CFE-D0A3CBF9B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A2B86F-92E7-8C52-082A-AA299217D212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Binary Ninja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下载方式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BFA5F1-D4F9-EECC-100F-89F09119C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72C3BF-ACD3-F649-1756-97A9C9C39D19}"/>
              </a:ext>
            </a:extLst>
          </p:cNvPr>
          <p:cNvSpPr txBox="1"/>
          <p:nvPr/>
        </p:nvSpPr>
        <p:spPr>
          <a:xfrm>
            <a:off x="467324" y="932980"/>
            <a:ext cx="11515770" cy="122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点击许可邮件中对应平台版本链接即可下载，下载后使用邮件附件中的</a:t>
            </a:r>
            <a:b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license.txt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完成激活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791CE2B-EF56-8727-9D93-2F4ED2E37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67" y="0"/>
            <a:ext cx="117190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11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BAF29-DA94-6D4B-FF50-C1106E264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A47134-B938-03BB-1AC5-BC76C7489561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Binary Ninja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下载方式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DEE19-08D8-6ECF-BF6A-3E6A50FA4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411D83-E385-2C77-F30B-9FF46D81606E}"/>
              </a:ext>
            </a:extLst>
          </p:cNvPr>
          <p:cNvSpPr txBox="1"/>
          <p:nvPr/>
        </p:nvSpPr>
        <p:spPr>
          <a:xfrm>
            <a:off x="467324" y="932980"/>
            <a:ext cx="1151577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重发许可邮件。</a:t>
            </a:r>
            <a:endParaRPr lang="zh-CN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BE54F6-497E-0E83-0DC7-4C49C14B7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83" y="99391"/>
            <a:ext cx="119610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6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EB9FE-2AD0-55C1-D453-3E9144CDD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58C1AEA-7EF9-1F82-81C6-4BBA4E1F1092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Binary Ninja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下载方式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DF88A1-A260-3549-D18F-062E7F635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6553" y="14573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593571-72BF-9B4F-F117-A65DC25DD5BE}"/>
              </a:ext>
            </a:extLst>
          </p:cNvPr>
          <p:cNvSpPr txBox="1"/>
          <p:nvPr/>
        </p:nvSpPr>
        <p:spPr>
          <a:xfrm>
            <a:off x="467324" y="932980"/>
            <a:ext cx="1151577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重发许可邮件。</a:t>
            </a:r>
            <a:endParaRPr lang="zh-CN" altLang="zh-CN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13BFABD-9769-DB4C-0C95-FCA6627EB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781050"/>
            <a:ext cx="1183005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02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A0D6283-6BB7-C913-BE79-18DB23C6D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413" y="786637"/>
            <a:ext cx="9781174" cy="617836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CB1704B-A59C-3209-8D14-580251CB0938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实验内容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484794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84BEB-2195-DBD5-205B-25C81B239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3C9C71C-EA09-C69C-175D-CE0FDBD4A3E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实验内容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D1B3B36-FD5D-A585-3D45-5D61D4393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60" y="0"/>
            <a:ext cx="11026680" cy="697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22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C293C-3B82-0CB2-CD71-A80616478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AD3C73D-0E45-1B61-EF9D-CA8DF434811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实验内容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CBB58F-4CEE-B44A-CCDF-E9C5A4E64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93" y="0"/>
            <a:ext cx="11087213" cy="699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73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D6F82-A8D4-5596-B961-CD2F843ED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061C440-4480-779B-ADBA-7843218AE41D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实验内容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8C484B5-6233-6980-D25F-149A5E094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99" y="0"/>
            <a:ext cx="11031181" cy="699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449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9561-118F-91FA-EFF7-3F111173E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FEB40A-1667-4907-3D77-B3676E91BAD0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实验内容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726DA9-CA57-DB1C-EAA0-E12F6D92F950}"/>
              </a:ext>
            </a:extLst>
          </p:cNvPr>
          <p:cNvSpPr txBox="1"/>
          <p:nvPr/>
        </p:nvSpPr>
        <p:spPr>
          <a:xfrm>
            <a:off x="401264" y="1102990"/>
            <a:ext cx="10912003" cy="1303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zh-CN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不修改二进制代码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，分析汇编代码的计算过程、条件判断、分支结构等信息，逆向推理出程序的正确输入数据，完成逆向分析挑战。</a:t>
            </a:r>
            <a:endParaRPr lang="zh-CN" altLang="zh-CN" sz="2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66163A5-0C8A-47DD-6C80-AE11CE310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55" y="3161483"/>
            <a:ext cx="10780646" cy="115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96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实验报告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529527" y="1161584"/>
            <a:ext cx="11132946" cy="4534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Binary Ninja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，获得二进制代码的反汇编代码及图形化视窗，提供截图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逆向分析二进制代码的计算过程、数据结构、条件判断、分支结构等信息，在实验报告中记录逆向分析的详细过程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运行程序，根据提示输入字符串和逆向挑战的结果，获得“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Congratulations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you made it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！”输出，将成功的截图复制到实验报告中</a:t>
            </a:r>
          </a:p>
        </p:txBody>
      </p:sp>
    </p:spTree>
    <p:extLst>
      <p:ext uri="{BB962C8B-B14F-4D97-AF65-F5344CB8AC3E}">
        <p14:creationId xmlns:p14="http://schemas.microsoft.com/office/powerpoint/2010/main" val="737959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4745</TotalTime>
  <Words>197</Words>
  <Application>Microsoft Office PowerPoint</Application>
  <PresentationFormat>宽屏</PresentationFormat>
  <Paragraphs>25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方正姚体</vt:lpstr>
      <vt:lpstr>Arial</vt:lpstr>
      <vt:lpstr>Calibri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琮弋 邓</cp:lastModifiedBy>
  <cp:revision>74</cp:revision>
  <dcterms:created xsi:type="dcterms:W3CDTF">2020-05-18T06:41:58Z</dcterms:created>
  <dcterms:modified xsi:type="dcterms:W3CDTF">2024-11-26T02:02:48Z</dcterms:modified>
</cp:coreProperties>
</file>