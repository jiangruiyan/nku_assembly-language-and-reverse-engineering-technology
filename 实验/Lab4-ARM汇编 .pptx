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09" r:id="rId2"/>
    <p:sldId id="330" r:id="rId3"/>
    <p:sldId id="347" r:id="rId4"/>
    <p:sldId id="348" r:id="rId5"/>
    <p:sldId id="349" r:id="rId6"/>
    <p:sldId id="350" r:id="rId7"/>
    <p:sldId id="366" r:id="rId8"/>
    <p:sldId id="367" r:id="rId9"/>
    <p:sldId id="351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46" r:id="rId20"/>
    <p:sldId id="362" r:id="rId21"/>
    <p:sldId id="363" r:id="rId22"/>
    <p:sldId id="364" r:id="rId23"/>
    <p:sldId id="36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>
    <p:extLst>
      <p:ext uri="{19B8F6BF-5375-455C-9EA6-DF929625EA0E}">
        <p15:presenceInfo xmlns:p15="http://schemas.microsoft.com/office/powerpoint/2012/main" userId="b8725204f13f93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A01"/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>
      <p:cViewPr varScale="1">
        <p:scale>
          <a:sx n="98" d="100"/>
          <a:sy n="98" d="100"/>
        </p:scale>
        <p:origin x="816" y="-12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5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66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390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224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7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606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4A85-250E-C69C-1A5D-7CA440DD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DFA69F-56CC-7834-ACF1-E35936F10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81860F-55C5-FDCB-5045-B4640D943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49BDD3-E6B0-DB21-1DE9-2F0882481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857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5A9C-6570-C6AD-83B9-8DDFBB5CB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250D86-4B90-3379-70A7-8656B1C81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2226BE-EC4C-DB36-8E41-EF7E68DF7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4435C1-EA98-69F8-241D-72B785BC0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721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404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03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4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080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323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721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845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706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6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DEAE36E-49CE-4FD2-A89B-93B59BB486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B6B2510-D192-43DB-B7BF-5EFDD13C83C8}"/>
              </a:ext>
            </a:extLst>
          </p:cNvPr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AB3CE2-7F36-4AC9-AB49-E9C74065D5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CF50560-2190-4576-A880-46A71332D9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691610-7496-4691-8DA4-2BF5C662F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E72F19DE-C933-4780-A9D5-5E3A9F568DDF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1E3773-541B-45DF-AAE2-F3E8FFBA5ACD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</p:spTree>
    <p:extLst>
      <p:ext uri="{BB962C8B-B14F-4D97-AF65-F5344CB8AC3E}">
        <p14:creationId xmlns:p14="http://schemas.microsoft.com/office/powerpoint/2010/main" val="377377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A866AF-CBFF-4C86-BA67-F57674E8EA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7AFC30-0CB1-4131-8AD1-611EA0244966}"/>
              </a:ext>
            </a:extLst>
          </p:cNvPr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7761ED-316B-4AE1-A021-254B2F5CD0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ED8D39C-821D-47EE-BD55-1FE178276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EF8460B-605A-4CA8-947B-343AFD9F23B6}"/>
              </a:ext>
            </a:extLst>
          </p:cNvPr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5100BB-0432-4179-A29E-EEB5A4B8787C}"/>
              </a:ext>
            </a:extLst>
          </p:cNvPr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800CBB8-382E-4297-8D6A-9F3DBC1FE2DA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2C5CEF0-4329-452D-A297-35B9DC34B894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E49BFA-A960-4E35-903B-1897E749948E}"/>
              </a:ext>
            </a:extLst>
          </p:cNvPr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FB85FE9-2C21-472B-AAAA-BF22B9BF222D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3D38E28-B9F5-47DD-AF00-F89CD4302A0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65C5B11-A62F-4D79-B635-6FBB96A4AEC9}"/>
              </a:ext>
            </a:extLst>
          </p:cNvPr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0AED6A3-0F83-4155-9EE2-13D2E46D5AFB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A9DCE57-A921-4984-AFA7-DBDDCDCE61E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>
            <a:extLst>
              <a:ext uri="{FF2B5EF4-FFF2-40B4-BE49-F238E27FC236}">
                <a16:creationId xmlns:a16="http://schemas.microsoft.com/office/drawing/2014/main" id="{A8BD827C-BE4B-4E1A-88E5-F73C35192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>
            <a:extLst>
              <a:ext uri="{FF2B5EF4-FFF2-40B4-BE49-F238E27FC236}">
                <a16:creationId xmlns:a16="http://schemas.microsoft.com/office/drawing/2014/main" id="{A9B9B316-9FF5-4EB7-992D-492851A87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>
            <a:extLst>
              <a:ext uri="{FF2B5EF4-FFF2-40B4-BE49-F238E27FC236}">
                <a16:creationId xmlns:a16="http://schemas.microsoft.com/office/drawing/2014/main" id="{403969BD-68AD-4CFC-B767-A6888CAEFA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E306EE0-12D4-47EF-B90C-0A0A11721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04C5E518-740F-4A9C-AFD4-3655088CC4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C55F21E-5046-4A19-9519-EDF76DD994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965D6D8-71F1-40FF-BAE1-CAB1438E3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5417601-2881-4637-B17F-CF0977894B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9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AF22D12-7BD8-4802-B35A-AC6A517FA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4717B2-31B8-4E92-BDC1-85A8064411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>
            <a:extLst>
              <a:ext uri="{FF2B5EF4-FFF2-40B4-BE49-F238E27FC236}">
                <a16:creationId xmlns:a16="http://schemas.microsoft.com/office/drawing/2014/main" id="{1C0B404B-7FE1-4A2E-BAA6-98454F02B4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>
            <a:extLst>
              <a:ext uri="{FF2B5EF4-FFF2-40B4-BE49-F238E27FC236}">
                <a16:creationId xmlns:a16="http://schemas.microsoft.com/office/drawing/2014/main" id="{047E7C01-3DCE-455E-BD4E-D920D2FEB5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>
            <a:extLst>
              <a:ext uri="{FF2B5EF4-FFF2-40B4-BE49-F238E27FC236}">
                <a16:creationId xmlns:a16="http://schemas.microsoft.com/office/drawing/2014/main" id="{6F7AD09C-1494-45C9-922C-30BCBEFF91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45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9044961-BE02-43FC-A441-D6C0F8F36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63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>
            <a:extLst>
              <a:ext uri="{FF2B5EF4-FFF2-40B4-BE49-F238E27FC236}">
                <a16:creationId xmlns:a16="http://schemas.microsoft.com/office/drawing/2014/main" id="{785AFE29-EA95-4251-A3A9-674E8205AA9F}"/>
              </a:ext>
            </a:extLst>
          </p:cNvPr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B59C19AF-9414-469B-9133-A614C2493A5C}"/>
              </a:ext>
            </a:extLst>
          </p:cNvPr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805E5244-F9CA-44E2-9488-5C3885FF803F}"/>
              </a:ext>
            </a:extLst>
          </p:cNvPr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A2849A6-E3DE-466E-8203-308FA2624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>
            <a:extLst>
              <a:ext uri="{FF2B5EF4-FFF2-40B4-BE49-F238E27FC236}">
                <a16:creationId xmlns:a16="http://schemas.microsoft.com/office/drawing/2014/main" id="{A9ED9AC2-4BF5-46F3-B2BF-33B92A780B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>
            <a:extLst>
              <a:ext uri="{FF2B5EF4-FFF2-40B4-BE49-F238E27FC236}">
                <a16:creationId xmlns:a16="http://schemas.microsoft.com/office/drawing/2014/main" id="{7602DC49-0295-49C4-8C52-493086A4DC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29E3E4D4-C6B8-45BE-A34B-E8C970A6C3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7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82C0BB-97E3-4E59-8E6D-E28ADA9A1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>
            <a:extLst>
              <a:ext uri="{FF2B5EF4-FFF2-40B4-BE49-F238E27FC236}">
                <a16:creationId xmlns:a16="http://schemas.microsoft.com/office/drawing/2014/main" id="{1A42AABA-2338-4F73-BC3D-B11D310B7B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415EDA-DD8D-44A9-A68B-5AE5CAC2B8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6FD032-69D6-4CC3-BB83-C57F4E47CDBE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07026F4-28F6-4291-87F1-1BEC01F3FCC7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3CB7D44-B5F3-45B5-A9D7-8FD363BC3A98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9F2D58-A8B4-49B0-B796-E615E886C4C8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1F6D4A5-212A-45AE-B9E2-836BB7F33432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5CCA15-D0EA-4214-8C1E-5A37D98F59DF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092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17571F1-7F19-4F2C-9E1B-F1D60A1C1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A148D0-4773-4F29-9655-EEA355885918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84803EE-5490-4695-979E-A30164C67EB5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740A0D5-DDB8-4AFA-804C-31518CA3175A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4EA144E-FC4A-43B0-BC57-E142F6F96F44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DE14F4D-5ECD-4C8D-A796-7C9A4CB79471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B8D1488-0BD5-4694-AA4B-E2432FEA9C62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CBA056-C739-470A-9AF6-D180CAB88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FDF48-3F79-4136-B902-DA97960B8A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7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  <a:t>2024年10月31日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2" r:id="rId4"/>
    <p:sldLayoutId id="2147483650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huaweicloud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46B9712C-BA09-4F13-9BA2-AED347238ED5}"/>
              </a:ext>
            </a:extLst>
          </p:cNvPr>
          <p:cNvSpPr txBox="1">
            <a:spLocks/>
          </p:cNvSpPr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Lab4- ARM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平台 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HelloWorld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22" name="内容占位符 14">
            <a:extLst>
              <a:ext uri="{FF2B5EF4-FFF2-40B4-BE49-F238E27FC236}">
                <a16:creationId xmlns:a16="http://schemas.microsoft.com/office/drawing/2014/main" id="{F8ECA188-EDBA-4335-8A11-A348ED1FD957}"/>
              </a:ext>
            </a:extLst>
          </p:cNvPr>
          <p:cNvSpPr txBox="1">
            <a:spLocks/>
          </p:cNvSpPr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latin typeface="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2024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月</a:t>
            </a:r>
            <a:endParaRPr lang="zh-CN" altLang="en-US" sz="2400" dirty="0">
              <a:latin typeface=""/>
              <a:ea typeface="微软雅黑" panose="020B0503020204020204" pitchFamily="34" charset="-122"/>
              <a:sym typeface="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0A08AA-29C1-4F37-ACEA-2C9B87A377F8}"/>
              </a:ext>
            </a:extLst>
          </p:cNvPr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0B776C-D310-45D7-A0CF-E6CE8CA5E631}"/>
                </a:ext>
              </a:extLst>
            </p:cNvPr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92991FE-ACED-47FF-9518-9AA593CEF89B}"/>
                </a:ext>
              </a:extLst>
            </p:cNvPr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45A2789-8087-4E0D-9920-E62D1F9D9248}"/>
                </a:ext>
              </a:extLst>
            </p:cNvPr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A5E36DE7-C9F1-4329-AA00-01E6E51F1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355F5AB-38CC-4F62-A0A1-BDAE14F99D1B}"/>
              </a:ext>
            </a:extLst>
          </p:cNvPr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B96CD09-B1CF-4B4B-87F6-7221B032C61E}"/>
                </a:ext>
              </a:extLst>
            </p:cNvPr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B09B1B-39FB-4D45-8774-3573AE9D5FFA}"/>
                </a:ext>
              </a:extLst>
            </p:cNvPr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4D75E6-DA2C-43EA-8C19-B310CEF1B47A}"/>
                </a:ext>
              </a:extLst>
            </p:cNvPr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130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6AF77-2458-7353-1779-585EA38E9EEF}"/>
              </a:ext>
            </a:extLst>
          </p:cNvPr>
          <p:cNvSpPr txBox="1"/>
          <p:nvPr/>
        </p:nvSpPr>
        <p:spPr>
          <a:xfrm>
            <a:off x="2107474" y="786637"/>
            <a:ext cx="10770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登录华为云账号 </a:t>
            </a:r>
            <a:r>
              <a:rPr lang="en-US" altLang="zh-CN" sz="3200" dirty="0">
                <a:solidFill>
                  <a:srgbClr val="C00000"/>
                </a:solidFill>
                <a:hlinkClick r:id="rId2"/>
              </a:rPr>
              <a:t>https://www.huaweicloud.com/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22EBA18-4EAE-8566-6DB5-ED5AEE34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" y="1496599"/>
            <a:ext cx="10770326" cy="511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6AF77-2458-7353-1779-585EA38E9EEF}"/>
              </a:ext>
            </a:extLst>
          </p:cNvPr>
          <p:cNvSpPr txBox="1"/>
          <p:nvPr/>
        </p:nvSpPr>
        <p:spPr>
          <a:xfrm>
            <a:off x="4530634" y="251106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点击产品 → 弹性云服务器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ECS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→ 购买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FD2E33-0C66-7198-2590-7D53D5D71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29" y="914399"/>
            <a:ext cx="11683141" cy="554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3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6AF77-2458-7353-1779-585EA38E9EEF}"/>
              </a:ext>
            </a:extLst>
          </p:cNvPr>
          <p:cNvSpPr txBox="1"/>
          <p:nvPr/>
        </p:nvSpPr>
        <p:spPr>
          <a:xfrm>
            <a:off x="5961016" y="251106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基础配置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2E33DC-D31D-8258-ACAF-7FCF32BA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66" y="746207"/>
            <a:ext cx="11143667" cy="58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0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6AF77-2458-7353-1779-585EA38E9EEF}"/>
              </a:ext>
            </a:extLst>
          </p:cNvPr>
          <p:cNvSpPr txBox="1"/>
          <p:nvPr/>
        </p:nvSpPr>
        <p:spPr>
          <a:xfrm>
            <a:off x="5853687" y="271225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基础配置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224182-1E1C-7C02-37D1-6B5E224A6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451"/>
          <a:stretch/>
        </p:blipFill>
        <p:spPr>
          <a:xfrm>
            <a:off x="795445" y="735984"/>
            <a:ext cx="10116483" cy="612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6AF77-2458-7353-1779-585EA38E9EEF}"/>
              </a:ext>
            </a:extLst>
          </p:cNvPr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4.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网络配置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FD076E-DD79-B1F0-8E1D-7596BB4A0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442" y="1600613"/>
            <a:ext cx="8527116" cy="307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89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ED4A-19C3-277B-2FBB-E7BC71E9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12BA11-C075-31D7-5DD6-09532CC8CA88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B6450F-6099-5215-1E77-FA439D840916}"/>
              </a:ext>
            </a:extLst>
          </p:cNvPr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4.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网络配置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277D17-4223-09A9-3AF9-E54144D8A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1983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7E79-607C-9296-FBF0-98D29632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B484E3-2475-9DFF-8397-E421709F0F40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1712D2-265C-06CF-E938-3906AA8FD7C9}"/>
              </a:ext>
            </a:extLst>
          </p:cNvPr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4.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网络配置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EC5607-44B0-7EA1-A6FF-E7602DB96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66" y="857840"/>
            <a:ext cx="11117467" cy="573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6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6AF77-2458-7353-1779-585EA38E9EEF}"/>
              </a:ext>
            </a:extLst>
          </p:cNvPr>
          <p:cNvSpPr txBox="1"/>
          <p:nvPr/>
        </p:nvSpPr>
        <p:spPr>
          <a:xfrm>
            <a:off x="5693228" y="294085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5.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云服务器管理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016531-B8C8-0D55-7407-729CA7E99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13" y="829616"/>
            <a:ext cx="10880121" cy="591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2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华为云服务器租赁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6AF77-2458-7353-1779-585EA38E9EEF}"/>
              </a:ext>
            </a:extLst>
          </p:cNvPr>
          <p:cNvSpPr txBox="1"/>
          <p:nvPr/>
        </p:nvSpPr>
        <p:spPr>
          <a:xfrm>
            <a:off x="5810794" y="263417"/>
            <a:ext cx="1077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6. 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完成购买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9C40B8-7DA1-25D2-9964-42F4F3D5E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23" y="944216"/>
            <a:ext cx="11555954" cy="548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64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云服务器使用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12D7FB-7CEA-5094-1FAC-1E856521A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38" y="786637"/>
            <a:ext cx="11248123" cy="576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7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C09D69-F0B1-9B7D-B9FE-7A3D3992ABE4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云服务器使用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2D661F-D21B-EE7E-1F82-D9DE8D466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42" y="856033"/>
            <a:ext cx="11518716" cy="546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02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C09D69-F0B1-9B7D-B9FE-7A3D3992ABE4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云服务器使用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336DBC-71FC-E996-83AC-77DD478F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316" y="251106"/>
            <a:ext cx="8820245" cy="660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00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云服务器使用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AC9E1E-E700-287B-01BB-372873A6619F}"/>
              </a:ext>
            </a:extLst>
          </p:cNvPr>
          <p:cNvSpPr txBox="1"/>
          <p:nvPr/>
        </p:nvSpPr>
        <p:spPr>
          <a:xfrm>
            <a:off x="574871" y="886609"/>
            <a:ext cx="10770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如果想在本地使用</a:t>
            </a:r>
            <a:r>
              <a:rPr lang="en-US" altLang="zh-CN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SSH</a:t>
            </a:r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、</a:t>
            </a:r>
            <a:r>
              <a:rPr lang="en-US" altLang="zh-CN" sz="2800" dirty="0" err="1">
                <a:solidFill>
                  <a:schemeClr val="tx2">
                    <a:lumMod val="50000"/>
                  </a:schemeClr>
                </a:solidFill>
                <a:latin typeface="+mn-ea"/>
              </a:rPr>
              <a:t>Openshell</a:t>
            </a:r>
            <a:r>
              <a:rPr lang="zh-CN" altLang="en-US" sz="28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等工具访问云服务器，在购买服务器时选择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购买弹性公网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IP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98F93C8-99A6-6E14-536F-D43FEAEE1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789" y="1840716"/>
            <a:ext cx="8810422" cy="48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82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创建源码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AC9E1E-E700-287B-01BB-372873A6619F}"/>
              </a:ext>
            </a:extLst>
          </p:cNvPr>
          <p:cNvSpPr txBox="1"/>
          <p:nvPr/>
        </p:nvSpPr>
        <p:spPr>
          <a:xfrm>
            <a:off x="594327" y="1168711"/>
            <a:ext cx="107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执行以下命令，创建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hello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目录，存放该程序的所有文件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,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并进入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hello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目录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7367A8-19AF-F0EE-EF49-9A3B6024A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05" y="1920117"/>
            <a:ext cx="9239693" cy="1141851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hello</a:t>
            </a:r>
            <a:endParaRPr 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cd hello</a:t>
            </a:r>
            <a:endParaRPr 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985506-984B-A798-4B06-6DE5564CC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D0ABC02B-0676-4B02-2F34-B0DA411C6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04" y="4057294"/>
            <a:ext cx="9239693" cy="579582"/>
          </a:xfrm>
          <a:prstGeom prst="rect">
            <a:avLst/>
          </a:prstGeom>
          <a:solidFill>
            <a:srgbClr val="E7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vim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hello.s</a:t>
            </a:r>
            <a:endParaRPr kumimoji="0" lang="en-US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95C5AE9-F660-A02E-00A7-672963C2A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75" y="3152001"/>
            <a:ext cx="489909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执行以下命令，创建示例程序源码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hello.s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727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创建源码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AC9E1E-E700-287B-01BB-372873A6619F}"/>
              </a:ext>
            </a:extLst>
          </p:cNvPr>
          <p:cNvSpPr txBox="1"/>
          <p:nvPr/>
        </p:nvSpPr>
        <p:spPr>
          <a:xfrm>
            <a:off x="706120" y="834443"/>
            <a:ext cx="107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输入代码内容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985506-984B-A798-4B06-6DE5564CC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AECB6FF3-4C28-D713-03A2-E53C3ADCE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69" y="1282359"/>
            <a:ext cx="7334070" cy="5324535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.text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.global _start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_start: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mov x0,#0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ldr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x1,=msg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mov x2,len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mov x8,64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svc #0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mov x0,123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mov x8,93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svc #0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.data 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msg: 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.ascii "Hello World!\n"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=.-msg</a:t>
            </a:r>
            <a:endParaRPr 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52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Vim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基本模式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AC9E1E-E700-287B-01BB-372873A6619F}"/>
              </a:ext>
            </a:extLst>
          </p:cNvPr>
          <p:cNvSpPr txBox="1"/>
          <p:nvPr/>
        </p:nvSpPr>
        <p:spPr>
          <a:xfrm>
            <a:off x="454298" y="646197"/>
            <a:ext cx="10770326" cy="5914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命令模式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Vim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默认模式，命令模式下的按键都会被当做命令执行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任何模式下都可以通过</a:t>
            </a:r>
            <a:r>
              <a:rPr lang="en-US" altLang="zh-CN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esc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回到命令模式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插入模式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必须进入插入模式才允许编辑内容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从命令模式按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/o/a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键进入插入模式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末行模式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常用于文件保存、退出及列出行号等操作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从命令模式按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shift+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进入末行模式</a:t>
            </a:r>
            <a:endParaRPr lang="en-US" altLang="zh-CN" sz="2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:w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保存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:q    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退出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wq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保存并退出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lvl="2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:q!   [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不保存强制退出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lvl="1">
              <a:lnSpc>
                <a:spcPct val="120000"/>
              </a:lnSpc>
            </a:pP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Shell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界面输入</a:t>
            </a:r>
            <a:r>
              <a:rPr lang="en-US" altLang="zh-CN" sz="2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vimtutor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学习更多用法</a:t>
            </a:r>
            <a:endParaRPr lang="en-US" altLang="zh-CN" sz="2000" b="1" dirty="0">
              <a:solidFill>
                <a:srgbClr val="0070C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985506-984B-A798-4B06-6DE5564CC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460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编译运行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AC9E1E-E700-287B-01BB-372873A6619F}"/>
              </a:ext>
            </a:extLst>
          </p:cNvPr>
          <p:cNvSpPr txBox="1"/>
          <p:nvPr/>
        </p:nvSpPr>
        <p:spPr>
          <a:xfrm>
            <a:off x="710837" y="1117479"/>
            <a:ext cx="10770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保存示例源码文件，然后退出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vim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编辑器。在当前目录中依次执行以下命令，进行代码编译运行。</a:t>
            </a:r>
            <a:r>
              <a:rPr lang="zh-CN" altLang="zh-CN" sz="2000" dirty="0">
                <a:effectLst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985506-984B-A798-4B06-6DE5564CC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05" y="30305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609BDF-FF95-18A6-C5FB-E6E53351E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36" y="1833669"/>
            <a:ext cx="7321006" cy="1695849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as hello.s -o hello.o</a:t>
            </a:r>
            <a:endParaRPr lang="zh-CN" sz="24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ld hello.o -o hello</a:t>
            </a:r>
            <a:endParaRPr lang="zh-CN" sz="24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./hello</a:t>
            </a:r>
            <a:endParaRPr lang="zh-CN" sz="24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B6AA63-4321-A3D4-3AB0-85A01D403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17" y="4075766"/>
            <a:ext cx="665797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13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15343" y="1218095"/>
            <a:ext cx="10761314" cy="289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200000"/>
              </a:lnSpc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汇编语句的解析</a:t>
            </a:r>
          </a:p>
          <a:p>
            <a:pPr lvl="0" algn="just">
              <a:lnSpc>
                <a:spcPct val="200000"/>
              </a:lnSpc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运行截图</a:t>
            </a:r>
          </a:p>
          <a:p>
            <a:pPr lvl="0" algn="just">
              <a:lnSpc>
                <a:spcPct val="200000"/>
              </a:lnSpc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回答问题：同样的代码能否在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x86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平台运行，为什么？</a:t>
            </a:r>
          </a:p>
        </p:txBody>
      </p:sp>
    </p:spTree>
    <p:extLst>
      <p:ext uri="{BB962C8B-B14F-4D97-AF65-F5344CB8AC3E}">
        <p14:creationId xmlns:p14="http://schemas.microsoft.com/office/powerpoint/2010/main" val="737959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C37073-4198-34D1-1C06-15E4F02BF5E3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云服务器的释放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4D4DF3-DBE7-4F08-CFA1-F34F9E34D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62" y="945457"/>
            <a:ext cx="11070076" cy="536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65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C37073-4198-34D1-1C06-15E4F02BF5E3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云服务器的释放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F74C21-511F-3452-AA24-5F30CD83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21" y="786637"/>
            <a:ext cx="9105558" cy="598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15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C37073-4198-34D1-1C06-15E4F02BF5E3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查看代金券余额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64479E-502C-9437-ABAD-0C121F77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1" y="890882"/>
            <a:ext cx="11527277" cy="546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29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C37073-4198-34D1-1C06-15E4F02BF5E3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  <a:cs typeface="OPPOSans B" panose="00020600040101010101" pitchFamily="18" charset="-122"/>
                <a:sym typeface=""/>
              </a:rPr>
              <a:t>查看代金券余额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046E37-F6D1-E15E-5459-B5513E49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7697"/>
            <a:ext cx="12192000" cy="330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4333</TotalTime>
  <Words>465</Words>
  <Application>Microsoft Office PowerPoint</Application>
  <PresentationFormat>宽屏</PresentationFormat>
  <Paragraphs>99</Paragraphs>
  <Slides>23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等线</vt:lpstr>
      <vt:lpstr>方正姚体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琮弋 邓</cp:lastModifiedBy>
  <cp:revision>66</cp:revision>
  <dcterms:created xsi:type="dcterms:W3CDTF">2020-05-18T06:41:58Z</dcterms:created>
  <dcterms:modified xsi:type="dcterms:W3CDTF">2024-10-31T01:42:55Z</dcterms:modified>
</cp:coreProperties>
</file>